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6" r:id="rId3"/>
    <p:sldId id="268" r:id="rId4"/>
    <p:sldId id="269" r:id="rId5"/>
    <p:sldId id="278" r:id="rId6"/>
    <p:sldId id="267" r:id="rId7"/>
    <p:sldId id="271" r:id="rId8"/>
    <p:sldId id="272" r:id="rId9"/>
    <p:sldId id="261" r:id="rId10"/>
    <p:sldId id="262" r:id="rId11"/>
    <p:sldId id="259" r:id="rId12"/>
    <p:sldId id="263" r:id="rId13"/>
    <p:sldId id="260" r:id="rId14"/>
    <p:sldId id="273" r:id="rId15"/>
    <p:sldId id="275" r:id="rId16"/>
    <p:sldId id="274" r:id="rId17"/>
    <p:sldId id="277" r:id="rId18"/>
    <p:sldId id="280" r:id="rId19"/>
    <p:sldId id="292" r:id="rId2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446DB1-6554-455C-8739-3CC2FCB4BE3E}" v="342" dt="2025-07-03T14:12:38.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valdo Luiz Santos Pereira" userId="c308351cf5a860c7" providerId="LiveId" clId="{13446DB1-6554-455C-8739-3CC2FCB4BE3E}"/>
    <pc:docChg chg="undo redo custSel addSld delSld modSld sldOrd">
      <pc:chgData name="Osvaldo Luiz Santos Pereira" userId="c308351cf5a860c7" providerId="LiveId" clId="{13446DB1-6554-455C-8739-3CC2FCB4BE3E}" dt="2025-07-03T14:18:50.661" v="538" actId="729"/>
      <pc:docMkLst>
        <pc:docMk/>
      </pc:docMkLst>
      <pc:sldChg chg="addSp delSp modSp new mod ord setBg">
        <pc:chgData name="Osvaldo Luiz Santos Pereira" userId="c308351cf5a860c7" providerId="LiveId" clId="{13446DB1-6554-455C-8739-3CC2FCB4BE3E}" dt="2025-07-03T14:03:28.119" v="531" actId="26606"/>
        <pc:sldMkLst>
          <pc:docMk/>
          <pc:sldMk cId="3746365575" sldId="256"/>
        </pc:sldMkLst>
        <pc:spChg chg="del">
          <ac:chgData name="Osvaldo Luiz Santos Pereira" userId="c308351cf5a860c7" providerId="LiveId" clId="{13446DB1-6554-455C-8739-3CC2FCB4BE3E}" dt="2025-07-02T01:32:44.546" v="1" actId="478"/>
          <ac:spMkLst>
            <pc:docMk/>
            <pc:sldMk cId="3746365575" sldId="256"/>
            <ac:spMk id="2" creationId="{3FA0FFB8-C9A3-1403-4105-0076661CEE35}"/>
          </ac:spMkLst>
        </pc:spChg>
        <pc:spChg chg="del">
          <ac:chgData name="Osvaldo Luiz Santos Pereira" userId="c308351cf5a860c7" providerId="LiveId" clId="{13446DB1-6554-455C-8739-3CC2FCB4BE3E}" dt="2025-07-02T01:32:44.546" v="1" actId="478"/>
          <ac:spMkLst>
            <pc:docMk/>
            <pc:sldMk cId="3746365575" sldId="256"/>
            <ac:spMk id="3" creationId="{80ED2439-BFD4-017F-8F17-4A30B79EB790}"/>
          </ac:spMkLst>
        </pc:spChg>
        <pc:spChg chg="add del">
          <ac:chgData name="Osvaldo Luiz Santos Pereira" userId="c308351cf5a860c7" providerId="LiveId" clId="{13446DB1-6554-455C-8739-3CC2FCB4BE3E}" dt="2025-07-02T23:56:32.905" v="13" actId="26606"/>
          <ac:spMkLst>
            <pc:docMk/>
            <pc:sldMk cId="3746365575" sldId="256"/>
            <ac:spMk id="1033" creationId="{42A4FC2C-047E-45A5-965D-8E1E3BF09BC6}"/>
          </ac:spMkLst>
        </pc:spChg>
        <pc:spChg chg="add del">
          <ac:chgData name="Osvaldo Luiz Santos Pereira" userId="c308351cf5a860c7" providerId="LiveId" clId="{13446DB1-6554-455C-8739-3CC2FCB4BE3E}" dt="2025-07-02T23:59:04.687" v="53" actId="26606"/>
          <ac:spMkLst>
            <pc:docMk/>
            <pc:sldMk cId="3746365575" sldId="256"/>
            <ac:spMk id="1036" creationId="{25B97239-2685-48C8-8104-1D4E4E383D82}"/>
          </ac:spMkLst>
        </pc:spChg>
        <pc:spChg chg="add del">
          <ac:chgData name="Osvaldo Luiz Santos Pereira" userId="c308351cf5a860c7" providerId="LiveId" clId="{13446DB1-6554-455C-8739-3CC2FCB4BE3E}" dt="2025-07-02T23:56:40.403" v="19" actId="26606"/>
          <ac:spMkLst>
            <pc:docMk/>
            <pc:sldMk cId="3746365575" sldId="256"/>
            <ac:spMk id="1037" creationId="{2633B3B5-CC90-43F0-8714-D31D1F3F0209}"/>
          </ac:spMkLst>
        </pc:spChg>
        <pc:spChg chg="add del">
          <ac:chgData name="Osvaldo Luiz Santos Pereira" userId="c308351cf5a860c7" providerId="LiveId" clId="{13446DB1-6554-455C-8739-3CC2FCB4BE3E}" dt="2025-07-02T23:56:34.983" v="15" actId="26606"/>
          <ac:spMkLst>
            <pc:docMk/>
            <pc:sldMk cId="3746365575" sldId="256"/>
            <ac:spMk id="1038" creationId="{63644BFD-D22E-4019-B666-387DA51AEAFD}"/>
          </ac:spMkLst>
        </pc:spChg>
        <pc:spChg chg="add del">
          <ac:chgData name="Osvaldo Luiz Santos Pereira" userId="c308351cf5a860c7" providerId="LiveId" clId="{13446DB1-6554-455C-8739-3CC2FCB4BE3E}" dt="2025-07-02T23:56:34.983" v="15" actId="26606"/>
          <ac:spMkLst>
            <pc:docMk/>
            <pc:sldMk cId="3746365575" sldId="256"/>
            <ac:spMk id="1039" creationId="{3776B14B-F2F4-4825-8DA8-8C7A0F2B3960}"/>
          </ac:spMkLst>
        </pc:spChg>
        <pc:spChg chg="add del">
          <ac:chgData name="Osvaldo Luiz Santos Pereira" userId="c308351cf5a860c7" providerId="LiveId" clId="{13446DB1-6554-455C-8739-3CC2FCB4BE3E}" dt="2025-07-02T23:59:09.578" v="55" actId="26606"/>
          <ac:spMkLst>
            <pc:docMk/>
            <pc:sldMk cId="3746365575" sldId="256"/>
            <ac:spMk id="1040" creationId="{B78EDDD3-C548-48EF-B3CA-B290B17192AB}"/>
          </ac:spMkLst>
        </pc:spChg>
        <pc:spChg chg="add del">
          <ac:chgData name="Osvaldo Luiz Santos Pereira" userId="c308351cf5a860c7" providerId="LiveId" clId="{13446DB1-6554-455C-8739-3CC2FCB4BE3E}" dt="2025-07-02T23:56:37.945" v="17" actId="26606"/>
          <ac:spMkLst>
            <pc:docMk/>
            <pc:sldMk cId="3746365575" sldId="256"/>
            <ac:spMk id="1041" creationId="{42A4FC2C-047E-45A5-965D-8E1E3BF09BC6}"/>
          </ac:spMkLst>
        </pc:spChg>
        <pc:spChg chg="add del">
          <ac:chgData name="Osvaldo Luiz Santos Pereira" userId="c308351cf5a860c7" providerId="LiveId" clId="{13446DB1-6554-455C-8739-3CC2FCB4BE3E}" dt="2025-07-02T23:59:17.929" v="57" actId="26606"/>
          <ac:spMkLst>
            <pc:docMk/>
            <pc:sldMk cId="3746365575" sldId="256"/>
            <ac:spMk id="1042" creationId="{25B97239-2685-48C8-8104-1D4E4E383D82}"/>
          </ac:spMkLst>
        </pc:spChg>
        <pc:spChg chg="add del">
          <ac:chgData name="Osvaldo Luiz Santos Pereira" userId="c308351cf5a860c7" providerId="LiveId" clId="{13446DB1-6554-455C-8739-3CC2FCB4BE3E}" dt="2025-07-02T23:56:40.403" v="19" actId="26606"/>
          <ac:spMkLst>
            <pc:docMk/>
            <pc:sldMk cId="3746365575" sldId="256"/>
            <ac:spMk id="1043" creationId="{AB8C311F-7253-4AED-9701-7FC0708C41C7}"/>
          </ac:spMkLst>
        </pc:spChg>
        <pc:spChg chg="add del">
          <ac:chgData name="Osvaldo Luiz Santos Pereira" userId="c308351cf5a860c7" providerId="LiveId" clId="{13446DB1-6554-455C-8739-3CC2FCB4BE3E}" dt="2025-07-02T23:56:40.403" v="19" actId="26606"/>
          <ac:spMkLst>
            <pc:docMk/>
            <pc:sldMk cId="3746365575" sldId="256"/>
            <ac:spMk id="1044" creationId="{E2384209-CB15-4CDF-9D31-C44FD9A3F20D}"/>
          </ac:spMkLst>
        </pc:spChg>
        <pc:spChg chg="add del">
          <ac:chgData name="Osvaldo Luiz Santos Pereira" userId="c308351cf5a860c7" providerId="LiveId" clId="{13446DB1-6554-455C-8739-3CC2FCB4BE3E}" dt="2025-07-02T23:56:40.403" v="19" actId="26606"/>
          <ac:spMkLst>
            <pc:docMk/>
            <pc:sldMk cId="3746365575" sldId="256"/>
            <ac:spMk id="1045" creationId="{A8D57A06-A426-446D-B02C-A2DC6B62E45E}"/>
          </ac:spMkLst>
        </pc:spChg>
        <pc:spChg chg="add del">
          <ac:chgData name="Osvaldo Luiz Santos Pereira" userId="c308351cf5a860c7" providerId="LiveId" clId="{13446DB1-6554-455C-8739-3CC2FCB4BE3E}" dt="2025-07-03T11:46:00.983" v="224" actId="26606"/>
          <ac:spMkLst>
            <pc:docMk/>
            <pc:sldMk cId="3746365575" sldId="256"/>
            <ac:spMk id="1046" creationId="{B78EDDD3-C548-48EF-B3CA-B290B17192AB}"/>
          </ac:spMkLst>
        </pc:spChg>
        <pc:spChg chg="add del">
          <ac:chgData name="Osvaldo Luiz Santos Pereira" userId="c308351cf5a860c7" providerId="LiveId" clId="{13446DB1-6554-455C-8739-3CC2FCB4BE3E}" dt="2025-07-02T23:56:42.950" v="21" actId="26606"/>
          <ac:spMkLst>
            <pc:docMk/>
            <pc:sldMk cId="3746365575" sldId="256"/>
            <ac:spMk id="1047" creationId="{216BB327-7AA9-4EC5-815F-9D8E6BC53E34}"/>
          </ac:spMkLst>
        </pc:spChg>
        <pc:spChg chg="add del">
          <ac:chgData name="Osvaldo Luiz Santos Pereira" userId="c308351cf5a860c7" providerId="LiveId" clId="{13446DB1-6554-455C-8739-3CC2FCB4BE3E}" dt="2025-07-03T14:03:28.119" v="531" actId="26606"/>
          <ac:spMkLst>
            <pc:docMk/>
            <pc:sldMk cId="3746365575" sldId="256"/>
            <ac:spMk id="12295" creationId="{42A4FC2C-047E-45A5-965D-8E1E3BF09BC6}"/>
          </ac:spMkLst>
        </pc:spChg>
        <pc:spChg chg="add">
          <ac:chgData name="Osvaldo Luiz Santos Pereira" userId="c308351cf5a860c7" providerId="LiveId" clId="{13446DB1-6554-455C-8739-3CC2FCB4BE3E}" dt="2025-07-03T14:03:28.119" v="531" actId="26606"/>
          <ac:spMkLst>
            <pc:docMk/>
            <pc:sldMk cId="3746365575" sldId="256"/>
            <ac:spMk id="12300" creationId="{B78EDDD3-C548-48EF-B3CA-B290B17192AB}"/>
          </ac:spMkLst>
        </pc:spChg>
        <pc:grpChg chg="add del">
          <ac:chgData name="Osvaldo Luiz Santos Pereira" userId="c308351cf5a860c7" providerId="LiveId" clId="{13446DB1-6554-455C-8739-3CC2FCB4BE3E}" dt="2025-07-02T23:56:34.983" v="15" actId="26606"/>
          <ac:grpSpMkLst>
            <pc:docMk/>
            <pc:sldMk cId="3746365575" sldId="256"/>
            <ac:grpSpMk id="1035" creationId="{5FE9FE4C-C9E0-4C54-8010-EA9D29CD4D59}"/>
          </ac:grpSpMkLst>
        </pc:grpChg>
        <pc:picChg chg="add del mod">
          <ac:chgData name="Osvaldo Luiz Santos Pereira" userId="c308351cf5a860c7" providerId="LiveId" clId="{13446DB1-6554-455C-8739-3CC2FCB4BE3E}" dt="2025-07-02T23:55:48.056" v="9" actId="478"/>
          <ac:picMkLst>
            <pc:docMk/>
            <pc:sldMk cId="3746365575" sldId="256"/>
            <ac:picMk id="1026" creationId="{36DFA765-9014-2398-471D-27CAC76DCA8A}"/>
          </ac:picMkLst>
        </pc:picChg>
        <pc:picChg chg="add mod ord">
          <ac:chgData name="Osvaldo Luiz Santos Pereira" userId="c308351cf5a860c7" providerId="LiveId" clId="{13446DB1-6554-455C-8739-3CC2FCB4BE3E}" dt="2025-07-03T14:03:28.119" v="531" actId="26606"/>
          <ac:picMkLst>
            <pc:docMk/>
            <pc:sldMk cId="3746365575" sldId="256"/>
            <ac:picMk id="1028" creationId="{48CE6403-F875-5D57-1B38-4025BE8F9031}"/>
          </ac:picMkLst>
        </pc:picChg>
        <pc:picChg chg="add mod ord">
          <ac:chgData name="Osvaldo Luiz Santos Pereira" userId="c308351cf5a860c7" providerId="LiveId" clId="{13446DB1-6554-455C-8739-3CC2FCB4BE3E}" dt="2025-07-03T14:03:28.119" v="531" actId="26606"/>
          <ac:picMkLst>
            <pc:docMk/>
            <pc:sldMk cId="3746365575" sldId="256"/>
            <ac:picMk id="1030" creationId="{47AC87AC-E19A-B686-CBA6-386541C7EEA3}"/>
          </ac:picMkLst>
        </pc:picChg>
        <pc:picChg chg="add mod ord">
          <ac:chgData name="Osvaldo Luiz Santos Pereira" userId="c308351cf5a860c7" providerId="LiveId" clId="{13446DB1-6554-455C-8739-3CC2FCB4BE3E}" dt="2025-07-03T14:03:28.119" v="531" actId="26606"/>
          <ac:picMkLst>
            <pc:docMk/>
            <pc:sldMk cId="3746365575" sldId="256"/>
            <ac:picMk id="1032" creationId="{1AF14BB9-144E-3F96-473A-1078A21A1247}"/>
          </ac:picMkLst>
        </pc:picChg>
        <pc:picChg chg="add del mod">
          <ac:chgData name="Osvaldo Luiz Santos Pereira" userId="c308351cf5a860c7" providerId="LiveId" clId="{13446DB1-6554-455C-8739-3CC2FCB4BE3E}" dt="2025-07-03T14:03:23.445" v="530" actId="478"/>
          <ac:picMkLst>
            <pc:docMk/>
            <pc:sldMk cId="3746365575" sldId="256"/>
            <ac:picMk id="1034" creationId="{5BDDF8BE-6D6F-2AA0-89D3-81925055703E}"/>
          </ac:picMkLst>
        </pc:picChg>
        <pc:picChg chg="add mod ord">
          <ac:chgData name="Osvaldo Luiz Santos Pereira" userId="c308351cf5a860c7" providerId="LiveId" clId="{13446DB1-6554-455C-8739-3CC2FCB4BE3E}" dt="2025-07-03T14:03:28.119" v="531" actId="26606"/>
          <ac:picMkLst>
            <pc:docMk/>
            <pc:sldMk cId="3746365575" sldId="256"/>
            <ac:picMk id="12290" creationId="{31D8EBEE-C263-38B8-C05A-47005A16C941}"/>
          </ac:picMkLst>
        </pc:picChg>
      </pc:sldChg>
      <pc:sldChg chg="addSp delSp modSp add del mod ord setBg">
        <pc:chgData name="Osvaldo Luiz Santos Pereira" userId="c308351cf5a860c7" providerId="LiveId" clId="{13446DB1-6554-455C-8739-3CC2FCB4BE3E}" dt="2025-07-03T00:00:38.752" v="73" actId="47"/>
        <pc:sldMkLst>
          <pc:docMk/>
          <pc:sldMk cId="2005747878" sldId="257"/>
        </pc:sldMkLst>
        <pc:picChg chg="add del mod">
          <ac:chgData name="Osvaldo Luiz Santos Pereira" userId="c308351cf5a860c7" providerId="LiveId" clId="{13446DB1-6554-455C-8739-3CC2FCB4BE3E}" dt="2025-07-03T00:00:15.342" v="69" actId="478"/>
          <ac:picMkLst>
            <pc:docMk/>
            <pc:sldMk cId="2005747878" sldId="257"/>
            <ac:picMk id="2050" creationId="{F8F66DDD-138C-3DAD-3046-557C7BC97889}"/>
          </ac:picMkLst>
        </pc:picChg>
        <pc:picChg chg="add del mod">
          <ac:chgData name="Osvaldo Luiz Santos Pereira" userId="c308351cf5a860c7" providerId="LiveId" clId="{13446DB1-6554-455C-8739-3CC2FCB4BE3E}" dt="2025-07-03T00:00:33.896" v="72" actId="21"/>
          <ac:picMkLst>
            <pc:docMk/>
            <pc:sldMk cId="2005747878" sldId="257"/>
            <ac:picMk id="2052" creationId="{E058FF26-81DF-E521-E122-FEDA8B07E4C2}"/>
          </ac:picMkLst>
        </pc:picChg>
        <pc:cxnChg chg="add">
          <ac:chgData name="Osvaldo Luiz Santos Pereira" userId="c308351cf5a860c7" providerId="LiveId" clId="{13446DB1-6554-455C-8739-3CC2FCB4BE3E}" dt="2025-07-03T00:00:13.681" v="68" actId="26606"/>
          <ac:cxnSpMkLst>
            <pc:docMk/>
            <pc:sldMk cId="2005747878" sldId="257"/>
            <ac:cxnSpMk id="2055" creationId="{22F6364A-B358-4BEE-B158-0734D2C938D4}"/>
          </ac:cxnSpMkLst>
        </pc:cxnChg>
      </pc:sldChg>
      <pc:sldChg chg="addSp modSp add del mod setBg">
        <pc:chgData name="Osvaldo Luiz Santos Pereira" userId="c308351cf5a860c7" providerId="LiveId" clId="{13446DB1-6554-455C-8739-3CC2FCB4BE3E}" dt="2025-07-03T12:15:09.828" v="342" actId="47"/>
        <pc:sldMkLst>
          <pc:docMk/>
          <pc:sldMk cId="2781796148" sldId="258"/>
        </pc:sldMkLst>
        <pc:spChg chg="add">
          <ac:chgData name="Osvaldo Luiz Santos Pereira" userId="c308351cf5a860c7" providerId="LiveId" clId="{13446DB1-6554-455C-8739-3CC2FCB4BE3E}" dt="2025-07-03T00:02:57.550" v="77" actId="26606"/>
          <ac:spMkLst>
            <pc:docMk/>
            <pc:sldMk cId="2781796148" sldId="258"/>
            <ac:spMk id="3079" creationId="{32BC26D8-82FB-445E-AA49-62A77D7C1EE0}"/>
          </ac:spMkLst>
        </pc:spChg>
        <pc:spChg chg="add">
          <ac:chgData name="Osvaldo Luiz Santos Pereira" userId="c308351cf5a860c7" providerId="LiveId" clId="{13446DB1-6554-455C-8739-3CC2FCB4BE3E}" dt="2025-07-03T00:02:57.550" v="77" actId="26606"/>
          <ac:spMkLst>
            <pc:docMk/>
            <pc:sldMk cId="2781796148" sldId="258"/>
            <ac:spMk id="3081" creationId="{CB44330D-EA18-4254-AA95-EB49948539B8}"/>
          </ac:spMkLst>
        </pc:spChg>
        <pc:picChg chg="add mod">
          <ac:chgData name="Osvaldo Luiz Santos Pereira" userId="c308351cf5a860c7" providerId="LiveId" clId="{13446DB1-6554-455C-8739-3CC2FCB4BE3E}" dt="2025-07-03T00:08:44.379" v="98" actId="1076"/>
          <ac:picMkLst>
            <pc:docMk/>
            <pc:sldMk cId="2781796148" sldId="258"/>
            <ac:picMk id="3074" creationId="{E1C4D4A4-31FF-0BF8-9215-82E4E06F6DBA}"/>
          </ac:picMkLst>
        </pc:picChg>
      </pc:sldChg>
      <pc:sldChg chg="addSp delSp modSp add mod setBg">
        <pc:chgData name="Osvaldo Luiz Santos Pereira" userId="c308351cf5a860c7" providerId="LiveId" clId="{13446DB1-6554-455C-8739-3CC2FCB4BE3E}" dt="2025-07-03T00:14:37.969" v="129" actId="14100"/>
        <pc:sldMkLst>
          <pc:docMk/>
          <pc:sldMk cId="189403747" sldId="259"/>
        </pc:sldMkLst>
        <pc:spChg chg="add del">
          <ac:chgData name="Osvaldo Luiz Santos Pereira" userId="c308351cf5a860c7" providerId="LiveId" clId="{13446DB1-6554-455C-8739-3CC2FCB4BE3E}" dt="2025-07-03T00:14:24.845" v="125" actId="26606"/>
          <ac:spMkLst>
            <pc:docMk/>
            <pc:sldMk cId="189403747" sldId="259"/>
            <ac:spMk id="6153" creationId="{32BC26D8-82FB-445E-AA49-62A77D7C1EE0}"/>
          </ac:spMkLst>
        </pc:spChg>
        <pc:spChg chg="add del">
          <ac:chgData name="Osvaldo Luiz Santos Pereira" userId="c308351cf5a860c7" providerId="LiveId" clId="{13446DB1-6554-455C-8739-3CC2FCB4BE3E}" dt="2025-07-03T00:14:24.845" v="125" actId="26606"/>
          <ac:spMkLst>
            <pc:docMk/>
            <pc:sldMk cId="189403747" sldId="259"/>
            <ac:spMk id="6155" creationId="{CB44330D-EA18-4254-AA95-EB49948539B8}"/>
          </ac:spMkLst>
        </pc:spChg>
        <pc:picChg chg="add del mod">
          <ac:chgData name="Osvaldo Luiz Santos Pereira" userId="c308351cf5a860c7" providerId="LiveId" clId="{13446DB1-6554-455C-8739-3CC2FCB4BE3E}" dt="2025-07-03T00:14:10.977" v="120" actId="478"/>
          <ac:picMkLst>
            <pc:docMk/>
            <pc:sldMk cId="189403747" sldId="259"/>
            <ac:picMk id="6146" creationId="{072615CC-D32B-1300-5889-3411100FF936}"/>
          </ac:picMkLst>
        </pc:picChg>
        <pc:picChg chg="add mod">
          <ac:chgData name="Osvaldo Luiz Santos Pereira" userId="c308351cf5a860c7" providerId="LiveId" clId="{13446DB1-6554-455C-8739-3CC2FCB4BE3E}" dt="2025-07-03T00:14:37.969" v="129" actId="14100"/>
          <ac:picMkLst>
            <pc:docMk/>
            <pc:sldMk cId="189403747" sldId="259"/>
            <ac:picMk id="6148" creationId="{9CFB4EA1-FCD9-6802-733C-18D6A9F4DF14}"/>
          </ac:picMkLst>
        </pc:picChg>
      </pc:sldChg>
      <pc:sldChg chg="addSp delSp modSp add mod setBg">
        <pc:chgData name="Osvaldo Luiz Santos Pereira" userId="c308351cf5a860c7" providerId="LiveId" clId="{13446DB1-6554-455C-8739-3CC2FCB4BE3E}" dt="2025-07-03T12:43:51.617" v="390" actId="1076"/>
        <pc:sldMkLst>
          <pc:docMk/>
          <pc:sldMk cId="3337278710" sldId="260"/>
        </pc:sldMkLst>
        <pc:spChg chg="add">
          <ac:chgData name="Osvaldo Luiz Santos Pereira" userId="c308351cf5a860c7" providerId="LiveId" clId="{13446DB1-6554-455C-8739-3CC2FCB4BE3E}" dt="2025-07-03T12:43:46.448" v="388" actId="26606"/>
          <ac:spMkLst>
            <pc:docMk/>
            <pc:sldMk cId="3337278710" sldId="260"/>
            <ac:spMk id="7177" creationId="{A169D286-F4D7-4C8B-A6BD-D05384C7F1D8}"/>
          </ac:spMkLst>
        </pc:spChg>
        <pc:spChg chg="add">
          <ac:chgData name="Osvaldo Luiz Santos Pereira" userId="c308351cf5a860c7" providerId="LiveId" clId="{13446DB1-6554-455C-8739-3CC2FCB4BE3E}" dt="2025-07-03T12:43:46.448" v="388" actId="26606"/>
          <ac:spMkLst>
            <pc:docMk/>
            <pc:sldMk cId="3337278710" sldId="260"/>
            <ac:spMk id="7179" creationId="{39E8235E-135E-4261-8F54-2B316E493C42}"/>
          </ac:spMkLst>
        </pc:spChg>
        <pc:spChg chg="add">
          <ac:chgData name="Osvaldo Luiz Santos Pereira" userId="c308351cf5a860c7" providerId="LiveId" clId="{13446DB1-6554-455C-8739-3CC2FCB4BE3E}" dt="2025-07-03T12:43:46.448" v="388" actId="26606"/>
          <ac:spMkLst>
            <pc:docMk/>
            <pc:sldMk cId="3337278710" sldId="260"/>
            <ac:spMk id="7181" creationId="{D4ED8EC3-4D57-4620-93CE-4E6661F09A3E}"/>
          </ac:spMkLst>
        </pc:spChg>
        <pc:spChg chg="add">
          <ac:chgData name="Osvaldo Luiz Santos Pereira" userId="c308351cf5a860c7" providerId="LiveId" clId="{13446DB1-6554-455C-8739-3CC2FCB4BE3E}" dt="2025-07-03T12:43:46.448" v="388" actId="26606"/>
          <ac:spMkLst>
            <pc:docMk/>
            <pc:sldMk cId="3337278710" sldId="260"/>
            <ac:spMk id="7183" creationId="{83BCB34A-2F40-4F41-8488-A134C1C155B7}"/>
          </ac:spMkLst>
        </pc:spChg>
        <pc:spChg chg="add">
          <ac:chgData name="Osvaldo Luiz Santos Pereira" userId="c308351cf5a860c7" providerId="LiveId" clId="{13446DB1-6554-455C-8739-3CC2FCB4BE3E}" dt="2025-07-03T12:43:46.448" v="388" actId="26606"/>
          <ac:spMkLst>
            <pc:docMk/>
            <pc:sldMk cId="3337278710" sldId="260"/>
            <ac:spMk id="7185" creationId="{F78382DC-4207-465E-B379-1E16448AA222}"/>
          </ac:spMkLst>
        </pc:spChg>
        <pc:picChg chg="add del mod">
          <ac:chgData name="Osvaldo Luiz Santos Pereira" userId="c308351cf5a860c7" providerId="LiveId" clId="{13446DB1-6554-455C-8739-3CC2FCB4BE3E}" dt="2025-07-03T12:43:42.895" v="387" actId="21"/>
          <ac:picMkLst>
            <pc:docMk/>
            <pc:sldMk cId="3337278710" sldId="260"/>
            <ac:picMk id="3" creationId="{ED9380BF-9CFA-A813-1DA7-EAB61B4BD687}"/>
          </ac:picMkLst>
        </pc:picChg>
        <pc:picChg chg="add mod">
          <ac:chgData name="Osvaldo Luiz Santos Pereira" userId="c308351cf5a860c7" providerId="LiveId" clId="{13446DB1-6554-455C-8739-3CC2FCB4BE3E}" dt="2025-07-03T12:43:51.617" v="390" actId="1076"/>
          <ac:picMkLst>
            <pc:docMk/>
            <pc:sldMk cId="3337278710" sldId="260"/>
            <ac:picMk id="4" creationId="{ED9380BF-9CFA-A813-1DA7-EAB61B4BD687}"/>
          </ac:picMkLst>
        </pc:picChg>
        <pc:picChg chg="add mod">
          <ac:chgData name="Osvaldo Luiz Santos Pereira" userId="c308351cf5a860c7" providerId="LiveId" clId="{13446DB1-6554-455C-8739-3CC2FCB4BE3E}" dt="2025-07-03T12:43:46.448" v="388" actId="26606"/>
          <ac:picMkLst>
            <pc:docMk/>
            <pc:sldMk cId="3337278710" sldId="260"/>
            <ac:picMk id="7170" creationId="{6A7DD303-BE92-85E6-F386-6E12A431FDA4}"/>
          </ac:picMkLst>
        </pc:picChg>
        <pc:picChg chg="add mod">
          <ac:chgData name="Osvaldo Luiz Santos Pereira" userId="c308351cf5a860c7" providerId="LiveId" clId="{13446DB1-6554-455C-8739-3CC2FCB4BE3E}" dt="2025-07-03T12:43:46.448" v="388" actId="26606"/>
          <ac:picMkLst>
            <pc:docMk/>
            <pc:sldMk cId="3337278710" sldId="260"/>
            <ac:picMk id="7172" creationId="{25FBF66D-EA8E-FB25-4CDB-3F7F59A4D34D}"/>
          </ac:picMkLst>
        </pc:picChg>
        <pc:picChg chg="add del mod">
          <ac:chgData name="Osvaldo Luiz Santos Pereira" userId="c308351cf5a860c7" providerId="LiveId" clId="{13446DB1-6554-455C-8739-3CC2FCB4BE3E}" dt="2025-07-03T00:17:06.262" v="155" actId="478"/>
          <ac:picMkLst>
            <pc:docMk/>
            <pc:sldMk cId="3337278710" sldId="260"/>
            <ac:picMk id="7174" creationId="{205D1468-97D5-F7DA-09FB-071E2EAA26F6}"/>
          </ac:picMkLst>
        </pc:picChg>
      </pc:sldChg>
      <pc:sldChg chg="addSp modSp add mod">
        <pc:chgData name="Osvaldo Luiz Santos Pereira" userId="c308351cf5a860c7" providerId="LiveId" clId="{13446DB1-6554-455C-8739-3CC2FCB4BE3E}" dt="2025-07-03T00:08:28.001" v="97" actId="14100"/>
        <pc:sldMkLst>
          <pc:docMk/>
          <pc:sldMk cId="1769678008" sldId="261"/>
        </pc:sldMkLst>
        <pc:picChg chg="add mod">
          <ac:chgData name="Osvaldo Luiz Santos Pereira" userId="c308351cf5a860c7" providerId="LiveId" clId="{13446DB1-6554-455C-8739-3CC2FCB4BE3E}" dt="2025-07-03T00:08:23.826" v="95" actId="1076"/>
          <ac:picMkLst>
            <pc:docMk/>
            <pc:sldMk cId="1769678008" sldId="261"/>
            <ac:picMk id="3" creationId="{E49DF560-23D8-7DE6-C042-5014F9FAA156}"/>
          </ac:picMkLst>
        </pc:picChg>
        <pc:picChg chg="add mod">
          <ac:chgData name="Osvaldo Luiz Santos Pereira" userId="c308351cf5a860c7" providerId="LiveId" clId="{13446DB1-6554-455C-8739-3CC2FCB4BE3E}" dt="2025-07-03T00:08:25.799" v="96" actId="1076"/>
          <ac:picMkLst>
            <pc:docMk/>
            <pc:sldMk cId="1769678008" sldId="261"/>
            <ac:picMk id="4098" creationId="{36C17ABB-1B81-9552-E2C0-AD3C5727F843}"/>
          </ac:picMkLst>
        </pc:picChg>
        <pc:picChg chg="add mod">
          <ac:chgData name="Osvaldo Luiz Santos Pereira" userId="c308351cf5a860c7" providerId="LiveId" clId="{13446DB1-6554-455C-8739-3CC2FCB4BE3E}" dt="2025-07-03T00:08:28.001" v="97" actId="14100"/>
          <ac:picMkLst>
            <pc:docMk/>
            <pc:sldMk cId="1769678008" sldId="261"/>
            <ac:picMk id="4100" creationId="{26F3317A-D185-86A0-E921-51F75EA8CFB5}"/>
          </ac:picMkLst>
        </pc:picChg>
      </pc:sldChg>
      <pc:sldChg chg="addSp delSp modSp add mod setBg">
        <pc:chgData name="Osvaldo Luiz Santos Pereira" userId="c308351cf5a860c7" providerId="LiveId" clId="{13446DB1-6554-455C-8739-3CC2FCB4BE3E}" dt="2025-07-03T12:16:38.282" v="343" actId="26606"/>
        <pc:sldMkLst>
          <pc:docMk/>
          <pc:sldMk cId="523264975" sldId="262"/>
        </pc:sldMkLst>
        <pc:spChg chg="add">
          <ac:chgData name="Osvaldo Luiz Santos Pereira" userId="c308351cf5a860c7" providerId="LiveId" clId="{13446DB1-6554-455C-8739-3CC2FCB4BE3E}" dt="2025-07-03T12:16:38.282" v="343" actId="26606"/>
          <ac:spMkLst>
            <pc:docMk/>
            <pc:sldMk cId="523264975" sldId="262"/>
            <ac:spMk id="5131" creationId="{BFDC535F-AC0A-417D-96AB-6706BECACD95}"/>
          </ac:spMkLst>
        </pc:spChg>
        <pc:spChg chg="add">
          <ac:chgData name="Osvaldo Luiz Santos Pereira" userId="c308351cf5a860c7" providerId="LiveId" clId="{13446DB1-6554-455C-8739-3CC2FCB4BE3E}" dt="2025-07-03T12:16:38.282" v="343" actId="26606"/>
          <ac:spMkLst>
            <pc:docMk/>
            <pc:sldMk cId="523264975" sldId="262"/>
            <ac:spMk id="5133" creationId="{97AAAF8E-31DB-4148-8FCA-4D8233D691C6}"/>
          </ac:spMkLst>
        </pc:spChg>
        <pc:spChg chg="add">
          <ac:chgData name="Osvaldo Luiz Santos Pereira" userId="c308351cf5a860c7" providerId="LiveId" clId="{13446DB1-6554-455C-8739-3CC2FCB4BE3E}" dt="2025-07-03T12:16:38.282" v="343" actId="26606"/>
          <ac:spMkLst>
            <pc:docMk/>
            <pc:sldMk cId="523264975" sldId="262"/>
            <ac:spMk id="5135" creationId="{AA274328-4774-4DF9-BA53-452565122FBB}"/>
          </ac:spMkLst>
        </pc:spChg>
        <pc:spChg chg="add">
          <ac:chgData name="Osvaldo Luiz Santos Pereira" userId="c308351cf5a860c7" providerId="LiveId" clId="{13446DB1-6554-455C-8739-3CC2FCB4BE3E}" dt="2025-07-03T12:16:38.282" v="343" actId="26606"/>
          <ac:spMkLst>
            <pc:docMk/>
            <pc:sldMk cId="523264975" sldId="262"/>
            <ac:spMk id="5137" creationId="{01C7B46D-2FEF-4FAA-915B-8B21A66BB647}"/>
          </ac:spMkLst>
        </pc:spChg>
        <pc:picChg chg="add mod">
          <ac:chgData name="Osvaldo Luiz Santos Pereira" userId="c308351cf5a860c7" providerId="LiveId" clId="{13446DB1-6554-455C-8739-3CC2FCB4BE3E}" dt="2025-07-03T12:16:38.282" v="343" actId="26606"/>
          <ac:picMkLst>
            <pc:docMk/>
            <pc:sldMk cId="523264975" sldId="262"/>
            <ac:picMk id="3" creationId="{AEE51FDD-166C-6FBD-20DF-458B04AECD6F}"/>
          </ac:picMkLst>
        </pc:picChg>
        <pc:picChg chg="add del mod">
          <ac:chgData name="Osvaldo Luiz Santos Pereira" userId="c308351cf5a860c7" providerId="LiveId" clId="{13446DB1-6554-455C-8739-3CC2FCB4BE3E}" dt="2025-07-03T00:07:10.667" v="89" actId="478"/>
          <ac:picMkLst>
            <pc:docMk/>
            <pc:sldMk cId="523264975" sldId="262"/>
            <ac:picMk id="5122" creationId="{23B0DCD6-1509-79A1-1496-C5C7B62E732D}"/>
          </ac:picMkLst>
        </pc:picChg>
        <pc:picChg chg="add mod">
          <ac:chgData name="Osvaldo Luiz Santos Pereira" userId="c308351cf5a860c7" providerId="LiveId" clId="{13446DB1-6554-455C-8739-3CC2FCB4BE3E}" dt="2025-07-03T12:16:38.282" v="343" actId="26606"/>
          <ac:picMkLst>
            <pc:docMk/>
            <pc:sldMk cId="523264975" sldId="262"/>
            <ac:picMk id="5124" creationId="{D0339B19-C494-6425-BFBC-FC2354439DD4}"/>
          </ac:picMkLst>
        </pc:picChg>
        <pc:picChg chg="add mod">
          <ac:chgData name="Osvaldo Luiz Santos Pereira" userId="c308351cf5a860c7" providerId="LiveId" clId="{13446DB1-6554-455C-8739-3CC2FCB4BE3E}" dt="2025-07-03T12:16:38.282" v="343" actId="26606"/>
          <ac:picMkLst>
            <pc:docMk/>
            <pc:sldMk cId="523264975" sldId="262"/>
            <ac:picMk id="5126" creationId="{78D658AB-F486-5FFA-0A8B-6B4745E59542}"/>
          </ac:picMkLst>
        </pc:picChg>
      </pc:sldChg>
      <pc:sldChg chg="addSp delSp modSp add mod ord setBg">
        <pc:chgData name="Osvaldo Luiz Santos Pereira" userId="c308351cf5a860c7" providerId="LiveId" clId="{13446DB1-6554-455C-8739-3CC2FCB4BE3E}" dt="2025-07-03T12:43:32.404" v="386" actId="14100"/>
        <pc:sldMkLst>
          <pc:docMk/>
          <pc:sldMk cId="3382986771" sldId="263"/>
        </pc:sldMkLst>
        <pc:spChg chg="add">
          <ac:chgData name="Osvaldo Luiz Santos Pereira" userId="c308351cf5a860c7" providerId="LiveId" clId="{13446DB1-6554-455C-8739-3CC2FCB4BE3E}" dt="2025-07-03T12:43:23.891" v="383" actId="26606"/>
          <ac:spMkLst>
            <pc:docMk/>
            <pc:sldMk cId="3382986771" sldId="263"/>
            <ac:spMk id="10249" creationId="{A169D286-F4D7-4C8B-A6BD-D05384C7F1D8}"/>
          </ac:spMkLst>
        </pc:spChg>
        <pc:spChg chg="add">
          <ac:chgData name="Osvaldo Luiz Santos Pereira" userId="c308351cf5a860c7" providerId="LiveId" clId="{13446DB1-6554-455C-8739-3CC2FCB4BE3E}" dt="2025-07-03T12:43:23.891" v="383" actId="26606"/>
          <ac:spMkLst>
            <pc:docMk/>
            <pc:sldMk cId="3382986771" sldId="263"/>
            <ac:spMk id="10251" creationId="{39E8235E-135E-4261-8F54-2B316E493C42}"/>
          </ac:spMkLst>
        </pc:spChg>
        <pc:spChg chg="add">
          <ac:chgData name="Osvaldo Luiz Santos Pereira" userId="c308351cf5a860c7" providerId="LiveId" clId="{13446DB1-6554-455C-8739-3CC2FCB4BE3E}" dt="2025-07-03T12:43:23.891" v="383" actId="26606"/>
          <ac:spMkLst>
            <pc:docMk/>
            <pc:sldMk cId="3382986771" sldId="263"/>
            <ac:spMk id="10253" creationId="{D4ED8EC3-4D57-4620-93CE-4E6661F09A3E}"/>
          </ac:spMkLst>
        </pc:spChg>
        <pc:spChg chg="add">
          <ac:chgData name="Osvaldo Luiz Santos Pereira" userId="c308351cf5a860c7" providerId="LiveId" clId="{13446DB1-6554-455C-8739-3CC2FCB4BE3E}" dt="2025-07-03T12:43:23.891" v="383" actId="26606"/>
          <ac:spMkLst>
            <pc:docMk/>
            <pc:sldMk cId="3382986771" sldId="263"/>
            <ac:spMk id="10255" creationId="{83BCB34A-2F40-4F41-8488-A134C1C155B7}"/>
          </ac:spMkLst>
        </pc:spChg>
        <pc:spChg chg="add">
          <ac:chgData name="Osvaldo Luiz Santos Pereira" userId="c308351cf5a860c7" providerId="LiveId" clId="{13446DB1-6554-455C-8739-3CC2FCB4BE3E}" dt="2025-07-03T12:43:23.891" v="383" actId="26606"/>
          <ac:spMkLst>
            <pc:docMk/>
            <pc:sldMk cId="3382986771" sldId="263"/>
            <ac:spMk id="10257" creationId="{F78382DC-4207-465E-B379-1E16448AA222}"/>
          </ac:spMkLst>
        </pc:spChg>
        <pc:picChg chg="add del mod">
          <ac:chgData name="Osvaldo Luiz Santos Pereira" userId="c308351cf5a860c7" providerId="LiveId" clId="{13446DB1-6554-455C-8739-3CC2FCB4BE3E}" dt="2025-07-03T12:43:08.244" v="382" actId="21"/>
          <ac:picMkLst>
            <pc:docMk/>
            <pc:sldMk cId="3382986771" sldId="263"/>
            <ac:picMk id="3" creationId="{1CED5AEF-EE9F-F7A3-82A2-E22119740F7F}"/>
          </ac:picMkLst>
        </pc:picChg>
        <pc:picChg chg="add mod">
          <ac:chgData name="Osvaldo Luiz Santos Pereira" userId="c308351cf5a860c7" providerId="LiveId" clId="{13446DB1-6554-455C-8739-3CC2FCB4BE3E}" dt="2025-07-03T12:43:32.404" v="386" actId="14100"/>
          <ac:picMkLst>
            <pc:docMk/>
            <pc:sldMk cId="3382986771" sldId="263"/>
            <ac:picMk id="4" creationId="{1CED5AEF-EE9F-F7A3-82A2-E22119740F7F}"/>
          </ac:picMkLst>
        </pc:picChg>
        <pc:picChg chg="del">
          <ac:chgData name="Osvaldo Luiz Santos Pereira" userId="c308351cf5a860c7" providerId="LiveId" clId="{13446DB1-6554-455C-8739-3CC2FCB4BE3E}" dt="2025-07-03T00:15:40.123" v="135" actId="478"/>
          <ac:picMkLst>
            <pc:docMk/>
            <pc:sldMk cId="3382986771" sldId="263"/>
            <ac:picMk id="7170" creationId="{A9EB7D32-30DA-5D4C-0DA6-46B532CCF963}"/>
          </ac:picMkLst>
        </pc:picChg>
        <pc:picChg chg="add mod ord">
          <ac:chgData name="Osvaldo Luiz Santos Pereira" userId="c308351cf5a860c7" providerId="LiveId" clId="{13446DB1-6554-455C-8739-3CC2FCB4BE3E}" dt="2025-07-03T12:43:23.891" v="383" actId="26606"/>
          <ac:picMkLst>
            <pc:docMk/>
            <pc:sldMk cId="3382986771" sldId="263"/>
            <ac:picMk id="10242" creationId="{663E5A2C-21D1-09D7-56C8-D739819B42D4}"/>
          </ac:picMkLst>
        </pc:picChg>
        <pc:picChg chg="add mod">
          <ac:chgData name="Osvaldo Luiz Santos Pereira" userId="c308351cf5a860c7" providerId="LiveId" clId="{13446DB1-6554-455C-8739-3CC2FCB4BE3E}" dt="2025-07-03T12:43:23.891" v="383" actId="26606"/>
          <ac:picMkLst>
            <pc:docMk/>
            <pc:sldMk cId="3382986771" sldId="263"/>
            <ac:picMk id="10244" creationId="{8FC0D624-F9EF-09A0-E408-198695529C80}"/>
          </ac:picMkLst>
        </pc:picChg>
      </pc:sldChg>
      <pc:sldChg chg="addSp delSp modSp add del mod setBg">
        <pc:chgData name="Osvaldo Luiz Santos Pereira" userId="c308351cf5a860c7" providerId="LiveId" clId="{13446DB1-6554-455C-8739-3CC2FCB4BE3E}" dt="2025-07-03T13:24:38.105" v="456" actId="47"/>
        <pc:sldMkLst>
          <pc:docMk/>
          <pc:sldMk cId="1302639916" sldId="264"/>
        </pc:sldMkLst>
        <pc:spChg chg="add del mod">
          <ac:chgData name="Osvaldo Luiz Santos Pereira" userId="c308351cf5a860c7" providerId="LiveId" clId="{13446DB1-6554-455C-8739-3CC2FCB4BE3E}" dt="2025-07-03T00:26:50.690" v="198" actId="478"/>
          <ac:spMkLst>
            <pc:docMk/>
            <pc:sldMk cId="1302639916" sldId="264"/>
            <ac:spMk id="2" creationId="{8AFD4181-664F-477E-0DEE-3A57A6054FF5}"/>
          </ac:spMkLst>
        </pc:spChg>
        <pc:spChg chg="add">
          <ac:chgData name="Osvaldo Luiz Santos Pereira" userId="c308351cf5a860c7" providerId="LiveId" clId="{13446DB1-6554-455C-8739-3CC2FCB4BE3E}" dt="2025-07-03T12:57:05.878" v="435" actId="26606"/>
          <ac:spMkLst>
            <pc:docMk/>
            <pc:sldMk cId="1302639916" sldId="264"/>
            <ac:spMk id="9225" creationId="{5F9CFCE6-877F-4858-B8BD-2C52CA8AFBC4}"/>
          </ac:spMkLst>
        </pc:spChg>
        <pc:spChg chg="add">
          <ac:chgData name="Osvaldo Luiz Santos Pereira" userId="c308351cf5a860c7" providerId="LiveId" clId="{13446DB1-6554-455C-8739-3CC2FCB4BE3E}" dt="2025-07-03T12:57:05.878" v="435" actId="26606"/>
          <ac:spMkLst>
            <pc:docMk/>
            <pc:sldMk cId="1302639916" sldId="264"/>
            <ac:spMk id="9227" creationId="{8213F8A0-12AE-4514-8372-0DD766EC28EE}"/>
          </ac:spMkLst>
        </pc:spChg>
        <pc:spChg chg="add">
          <ac:chgData name="Osvaldo Luiz Santos Pereira" userId="c308351cf5a860c7" providerId="LiveId" clId="{13446DB1-6554-455C-8739-3CC2FCB4BE3E}" dt="2025-07-03T12:57:05.878" v="435" actId="26606"/>
          <ac:spMkLst>
            <pc:docMk/>
            <pc:sldMk cId="1302639916" sldId="264"/>
            <ac:spMk id="9229" creationId="{9EFF17D4-9A8C-4CE5-B096-D8CCD4400437}"/>
          </ac:spMkLst>
        </pc:spChg>
        <pc:picChg chg="add del mod">
          <ac:chgData name="Osvaldo Luiz Santos Pereira" userId="c308351cf5a860c7" providerId="LiveId" clId="{13446DB1-6554-455C-8739-3CC2FCB4BE3E}" dt="2025-07-03T12:56:49.804" v="434" actId="21"/>
          <ac:picMkLst>
            <pc:docMk/>
            <pc:sldMk cId="1302639916" sldId="264"/>
            <ac:picMk id="4" creationId="{AD80D1B2-E362-D080-3A35-B81A7D03174F}"/>
          </ac:picMkLst>
        </pc:picChg>
        <pc:picChg chg="add del mod">
          <ac:chgData name="Osvaldo Luiz Santos Pereira" userId="c308351cf5a860c7" providerId="LiveId" clId="{13446DB1-6554-455C-8739-3CC2FCB4BE3E}" dt="2025-07-03T13:24:16.334" v="452" actId="21"/>
          <ac:picMkLst>
            <pc:docMk/>
            <pc:sldMk cId="1302639916" sldId="264"/>
            <ac:picMk id="5" creationId="{AD80D1B2-E362-D080-3A35-B81A7D03174F}"/>
          </ac:picMkLst>
        </pc:picChg>
        <pc:picChg chg="del">
          <ac:chgData name="Osvaldo Luiz Santos Pereira" userId="c308351cf5a860c7" providerId="LiveId" clId="{13446DB1-6554-455C-8739-3CC2FCB4BE3E}" dt="2025-07-03T00:15:42.420" v="136" actId="478"/>
          <ac:picMkLst>
            <pc:docMk/>
            <pc:sldMk cId="1302639916" sldId="264"/>
            <ac:picMk id="7170" creationId="{E8D1C5F0-FAAE-EF5A-F9F9-557EDF56686E}"/>
          </ac:picMkLst>
        </pc:picChg>
        <pc:picChg chg="add mod ord">
          <ac:chgData name="Osvaldo Luiz Santos Pereira" userId="c308351cf5a860c7" providerId="LiveId" clId="{13446DB1-6554-455C-8739-3CC2FCB4BE3E}" dt="2025-07-03T12:57:05.878" v="435" actId="26606"/>
          <ac:picMkLst>
            <pc:docMk/>
            <pc:sldMk cId="1302639916" sldId="264"/>
            <ac:picMk id="9218" creationId="{F11B54D4-E097-CAD6-32EE-FE578D4B729D}"/>
          </ac:picMkLst>
        </pc:picChg>
        <pc:picChg chg="add del mod">
          <ac:chgData name="Osvaldo Luiz Santos Pereira" userId="c308351cf5a860c7" providerId="LiveId" clId="{13446DB1-6554-455C-8739-3CC2FCB4BE3E}" dt="2025-07-03T13:22:59.882" v="443" actId="478"/>
          <ac:picMkLst>
            <pc:docMk/>
            <pc:sldMk cId="1302639916" sldId="264"/>
            <ac:picMk id="9220" creationId="{38BEE051-7333-657B-4485-8ACD332BB3C6}"/>
          </ac:picMkLst>
        </pc:picChg>
        <pc:picChg chg="add">
          <ac:chgData name="Osvaldo Luiz Santos Pereira" userId="c308351cf5a860c7" providerId="LiveId" clId="{13446DB1-6554-455C-8739-3CC2FCB4BE3E}" dt="2025-07-03T13:22:52.919" v="442"/>
          <ac:picMkLst>
            <pc:docMk/>
            <pc:sldMk cId="1302639916" sldId="264"/>
            <ac:picMk id="9222" creationId="{25FEF9E4-E759-A21B-D619-8BE1891F3A6C}"/>
          </ac:picMkLst>
        </pc:picChg>
      </pc:sldChg>
      <pc:sldChg chg="addSp delSp modSp add del mod setBg">
        <pc:chgData name="Osvaldo Luiz Santos Pereira" userId="c308351cf5a860c7" providerId="LiveId" clId="{13446DB1-6554-455C-8739-3CC2FCB4BE3E}" dt="2025-07-03T12:56:43.473" v="433" actId="47"/>
        <pc:sldMkLst>
          <pc:docMk/>
          <pc:sldMk cId="520292972" sldId="265"/>
        </pc:sldMkLst>
        <pc:spChg chg="add">
          <ac:chgData name="Osvaldo Luiz Santos Pereira" userId="c308351cf5a860c7" providerId="LiveId" clId="{13446DB1-6554-455C-8739-3CC2FCB4BE3E}" dt="2025-07-03T00:22:32.908" v="184" actId="26606"/>
          <ac:spMkLst>
            <pc:docMk/>
            <pc:sldMk cId="520292972" sldId="265"/>
            <ac:spMk id="8203" creationId="{A9F529C3-C941-49FD-8C67-82F134F64BDB}"/>
          </ac:spMkLst>
        </pc:spChg>
        <pc:spChg chg="add">
          <ac:chgData name="Osvaldo Luiz Santos Pereira" userId="c308351cf5a860c7" providerId="LiveId" clId="{13446DB1-6554-455C-8739-3CC2FCB4BE3E}" dt="2025-07-03T00:22:32.908" v="184" actId="26606"/>
          <ac:spMkLst>
            <pc:docMk/>
            <pc:sldMk cId="520292972" sldId="265"/>
            <ac:spMk id="8205" creationId="{20586029-32A0-47E5-9AEC-AE3ABA6B94D0}"/>
          </ac:spMkLst>
        </pc:spChg>
        <pc:picChg chg="add del mod">
          <ac:chgData name="Osvaldo Luiz Santos Pereira" userId="c308351cf5a860c7" providerId="LiveId" clId="{13446DB1-6554-455C-8739-3CC2FCB4BE3E}" dt="2025-07-03T00:21:27.800" v="179" actId="478"/>
          <ac:picMkLst>
            <pc:docMk/>
            <pc:sldMk cId="520292972" sldId="265"/>
            <ac:picMk id="8194" creationId="{9B204211-05B8-F415-238E-130A3B56BD7D}"/>
          </ac:picMkLst>
        </pc:picChg>
        <pc:picChg chg="add mod ord">
          <ac:chgData name="Osvaldo Luiz Santos Pereira" userId="c308351cf5a860c7" providerId="LiveId" clId="{13446DB1-6554-455C-8739-3CC2FCB4BE3E}" dt="2025-07-03T12:44:35.940" v="394" actId="14100"/>
          <ac:picMkLst>
            <pc:docMk/>
            <pc:sldMk cId="520292972" sldId="265"/>
            <ac:picMk id="8196" creationId="{D6FC1E6B-1727-7AF3-330E-700F558C57B9}"/>
          </ac:picMkLst>
        </pc:picChg>
        <pc:picChg chg="add mod">
          <ac:chgData name="Osvaldo Luiz Santos Pereira" userId="c308351cf5a860c7" providerId="LiveId" clId="{13446DB1-6554-455C-8739-3CC2FCB4BE3E}" dt="2025-07-03T00:22:32.908" v="184" actId="26606"/>
          <ac:picMkLst>
            <pc:docMk/>
            <pc:sldMk cId="520292972" sldId="265"/>
            <ac:picMk id="8198" creationId="{6EE77285-F54A-3E6C-7EA1-703515C61C70}"/>
          </ac:picMkLst>
        </pc:picChg>
        <pc:picChg chg="add mod">
          <ac:chgData name="Osvaldo Luiz Santos Pereira" userId="c308351cf5a860c7" providerId="LiveId" clId="{13446DB1-6554-455C-8739-3CC2FCB4BE3E}" dt="2025-07-03T12:44:27.481" v="393" actId="14100"/>
          <ac:picMkLst>
            <pc:docMk/>
            <pc:sldMk cId="520292972" sldId="265"/>
            <ac:picMk id="8200" creationId="{5916F616-28E6-E719-135A-F9773FC1C0C8}"/>
          </ac:picMkLst>
        </pc:picChg>
        <pc:cxnChg chg="add">
          <ac:chgData name="Osvaldo Luiz Santos Pereira" userId="c308351cf5a860c7" providerId="LiveId" clId="{13446DB1-6554-455C-8739-3CC2FCB4BE3E}" dt="2025-07-03T00:22:32.908" v="184" actId="26606"/>
          <ac:cxnSpMkLst>
            <pc:docMk/>
            <pc:sldMk cId="520292972" sldId="265"/>
            <ac:cxnSpMk id="8207" creationId="{8C730EAB-A532-4295-A302-FB4B90DB9F5E}"/>
          </ac:cxnSpMkLst>
        </pc:cxnChg>
      </pc:sldChg>
      <pc:sldChg chg="addSp delSp modSp new mod ord setBg setClrOvrMap">
        <pc:chgData name="Osvaldo Luiz Santos Pereira" userId="c308351cf5a860c7" providerId="LiveId" clId="{13446DB1-6554-455C-8739-3CC2FCB4BE3E}" dt="2025-07-03T11:58:32.271" v="297" actId="26606"/>
        <pc:sldMkLst>
          <pc:docMk/>
          <pc:sldMk cId="3706550492" sldId="266"/>
        </pc:sldMkLst>
        <pc:spChg chg="del">
          <ac:chgData name="Osvaldo Luiz Santos Pereira" userId="c308351cf5a860c7" providerId="LiveId" clId="{13446DB1-6554-455C-8739-3CC2FCB4BE3E}" dt="2025-07-03T11:40:26.049" v="210" actId="478"/>
          <ac:spMkLst>
            <pc:docMk/>
            <pc:sldMk cId="3706550492" sldId="266"/>
            <ac:spMk id="2" creationId="{4AF4CE34-BD65-5514-08CB-6D0361EEB6FB}"/>
          </ac:spMkLst>
        </pc:spChg>
        <pc:spChg chg="del">
          <ac:chgData name="Osvaldo Luiz Santos Pereira" userId="c308351cf5a860c7" providerId="LiveId" clId="{13446DB1-6554-455C-8739-3CC2FCB4BE3E}" dt="2025-07-03T11:40:26.049" v="210" actId="478"/>
          <ac:spMkLst>
            <pc:docMk/>
            <pc:sldMk cId="3706550492" sldId="266"/>
            <ac:spMk id="3" creationId="{BFB05459-6522-5713-85DE-BAA45C4A7F45}"/>
          </ac:spMkLst>
        </pc:spChg>
        <pc:spChg chg="add del">
          <ac:chgData name="Osvaldo Luiz Santos Pereira" userId="c308351cf5a860c7" providerId="LiveId" clId="{13446DB1-6554-455C-8739-3CC2FCB4BE3E}" dt="2025-07-03T11:58:32.271" v="297" actId="26606"/>
          <ac:spMkLst>
            <pc:docMk/>
            <pc:sldMk cId="3706550492" sldId="266"/>
            <ac:spMk id="15369" creationId="{AA3CC463-F933-4AC4-86E1-5AC14B0C3163}"/>
          </ac:spMkLst>
        </pc:spChg>
        <pc:spChg chg="add del">
          <ac:chgData name="Osvaldo Luiz Santos Pereira" userId="c308351cf5a860c7" providerId="LiveId" clId="{13446DB1-6554-455C-8739-3CC2FCB4BE3E}" dt="2025-07-03T11:58:32.271" v="297" actId="26606"/>
          <ac:spMkLst>
            <pc:docMk/>
            <pc:sldMk cId="3706550492" sldId="266"/>
            <ac:spMk id="15371" creationId="{6025D2DB-A12A-44DB-B00E-F4D622329EDD}"/>
          </ac:spMkLst>
        </pc:spChg>
        <pc:spChg chg="add del">
          <ac:chgData name="Osvaldo Luiz Santos Pereira" userId="c308351cf5a860c7" providerId="LiveId" clId="{13446DB1-6554-455C-8739-3CC2FCB4BE3E}" dt="2025-07-03T11:58:32.271" v="297" actId="26606"/>
          <ac:spMkLst>
            <pc:docMk/>
            <pc:sldMk cId="3706550492" sldId="266"/>
            <ac:spMk id="15373" creationId="{CE7E7877-F64E-4EEA-B778-138031EFF874}"/>
          </ac:spMkLst>
        </pc:spChg>
        <pc:spChg chg="add del">
          <ac:chgData name="Osvaldo Luiz Santos Pereira" userId="c308351cf5a860c7" providerId="LiveId" clId="{13446DB1-6554-455C-8739-3CC2FCB4BE3E}" dt="2025-07-03T11:58:32.271" v="297" actId="26606"/>
          <ac:spMkLst>
            <pc:docMk/>
            <pc:sldMk cId="3706550492" sldId="266"/>
            <ac:spMk id="15375" creationId="{7DD6C4F3-70FD-4F13-919C-702EE4886499}"/>
          </ac:spMkLst>
        </pc:spChg>
        <pc:spChg chg="add">
          <ac:chgData name="Osvaldo Luiz Santos Pereira" userId="c308351cf5a860c7" providerId="LiveId" clId="{13446DB1-6554-455C-8739-3CC2FCB4BE3E}" dt="2025-07-03T11:58:32.271" v="297" actId="26606"/>
          <ac:spMkLst>
            <pc:docMk/>
            <pc:sldMk cId="3706550492" sldId="266"/>
            <ac:spMk id="15380" creationId="{19E301E5-1206-47D0-9CDF-72583D739089}"/>
          </ac:spMkLst>
        </pc:spChg>
        <pc:spChg chg="add">
          <ac:chgData name="Osvaldo Luiz Santos Pereira" userId="c308351cf5a860c7" providerId="LiveId" clId="{13446DB1-6554-455C-8739-3CC2FCB4BE3E}" dt="2025-07-03T11:58:32.271" v="297" actId="26606"/>
          <ac:spMkLst>
            <pc:docMk/>
            <pc:sldMk cId="3706550492" sldId="266"/>
            <ac:spMk id="15382" creationId="{AFA31FBE-7948-4384-B68A-75DEFDC4955A}"/>
          </ac:spMkLst>
        </pc:spChg>
        <pc:picChg chg="add mod">
          <ac:chgData name="Osvaldo Luiz Santos Pereira" userId="c308351cf5a860c7" providerId="LiveId" clId="{13446DB1-6554-455C-8739-3CC2FCB4BE3E}" dt="2025-07-03T11:58:32.271" v="297" actId="26606"/>
          <ac:picMkLst>
            <pc:docMk/>
            <pc:sldMk cId="3706550492" sldId="266"/>
            <ac:picMk id="4" creationId="{0493796B-EC20-697F-D90D-2BC9AF92799D}"/>
          </ac:picMkLst>
        </pc:picChg>
        <pc:picChg chg="add mod ord">
          <ac:chgData name="Osvaldo Luiz Santos Pereira" userId="c308351cf5a860c7" providerId="LiveId" clId="{13446DB1-6554-455C-8739-3CC2FCB4BE3E}" dt="2025-07-03T11:58:32.271" v="297" actId="26606"/>
          <ac:picMkLst>
            <pc:docMk/>
            <pc:sldMk cId="3706550492" sldId="266"/>
            <ac:picMk id="15362" creationId="{38407338-6C66-235F-01B7-DB6562C0F036}"/>
          </ac:picMkLst>
        </pc:picChg>
        <pc:picChg chg="add mod">
          <ac:chgData name="Osvaldo Luiz Santos Pereira" userId="c308351cf5a860c7" providerId="LiveId" clId="{13446DB1-6554-455C-8739-3CC2FCB4BE3E}" dt="2025-07-03T11:58:32.271" v="297" actId="26606"/>
          <ac:picMkLst>
            <pc:docMk/>
            <pc:sldMk cId="3706550492" sldId="266"/>
            <ac:picMk id="15364" creationId="{087DBC69-E7FF-882D-FFB0-2A4543A3B2E8}"/>
          </ac:picMkLst>
        </pc:picChg>
      </pc:sldChg>
      <pc:sldChg chg="addSp modSp add mod ord setBg">
        <pc:chgData name="Osvaldo Luiz Santos Pereira" userId="c308351cf5a860c7" providerId="LiveId" clId="{13446DB1-6554-455C-8739-3CC2FCB4BE3E}" dt="2025-07-03T11:55:42.621" v="285"/>
        <pc:sldMkLst>
          <pc:docMk/>
          <pc:sldMk cId="3458220238" sldId="267"/>
        </pc:sldMkLst>
        <pc:spChg chg="add">
          <ac:chgData name="Osvaldo Luiz Santos Pereira" userId="c308351cf5a860c7" providerId="LiveId" clId="{13446DB1-6554-455C-8739-3CC2FCB4BE3E}" dt="2025-07-03T11:42:18.549" v="219" actId="26606"/>
          <ac:spMkLst>
            <pc:docMk/>
            <pc:sldMk cId="3458220238" sldId="267"/>
            <ac:spMk id="11277" creationId="{E6B869D4-1EEF-4B5F-AD70-79AACBAEE367}"/>
          </ac:spMkLst>
        </pc:spChg>
        <pc:picChg chg="add mod ord">
          <ac:chgData name="Osvaldo Luiz Santos Pereira" userId="c308351cf5a860c7" providerId="LiveId" clId="{13446DB1-6554-455C-8739-3CC2FCB4BE3E}" dt="2025-07-03T11:42:18.549" v="219" actId="26606"/>
          <ac:picMkLst>
            <pc:docMk/>
            <pc:sldMk cId="3458220238" sldId="267"/>
            <ac:picMk id="11266" creationId="{86E4EA04-62B7-6612-A7B5-BCACF6E09147}"/>
          </ac:picMkLst>
        </pc:picChg>
        <pc:picChg chg="add mod ord">
          <ac:chgData name="Osvaldo Luiz Santos Pereira" userId="c308351cf5a860c7" providerId="LiveId" clId="{13446DB1-6554-455C-8739-3CC2FCB4BE3E}" dt="2025-07-03T11:42:18.549" v="219" actId="26606"/>
          <ac:picMkLst>
            <pc:docMk/>
            <pc:sldMk cId="3458220238" sldId="267"/>
            <ac:picMk id="11268" creationId="{4681C9B9-E56B-211D-E2F9-6B059B514434}"/>
          </ac:picMkLst>
        </pc:picChg>
        <pc:picChg chg="add mod ord">
          <ac:chgData name="Osvaldo Luiz Santos Pereira" userId="c308351cf5a860c7" providerId="LiveId" clId="{13446DB1-6554-455C-8739-3CC2FCB4BE3E}" dt="2025-07-03T11:42:18.549" v="219" actId="26606"/>
          <ac:picMkLst>
            <pc:docMk/>
            <pc:sldMk cId="3458220238" sldId="267"/>
            <ac:picMk id="11270" creationId="{2D78BBFD-9C04-300C-ADE6-05D4429F1E66}"/>
          </ac:picMkLst>
        </pc:picChg>
        <pc:picChg chg="add mod">
          <ac:chgData name="Osvaldo Luiz Santos Pereira" userId="c308351cf5a860c7" providerId="LiveId" clId="{13446DB1-6554-455C-8739-3CC2FCB4BE3E}" dt="2025-07-03T11:42:18.549" v="219" actId="26606"/>
          <ac:picMkLst>
            <pc:docMk/>
            <pc:sldMk cId="3458220238" sldId="267"/>
            <ac:picMk id="11272" creationId="{7AE87895-34D6-BE8F-6D6A-6E4ADBC55541}"/>
          </ac:picMkLst>
        </pc:picChg>
      </pc:sldChg>
      <pc:sldChg chg="addSp delSp modSp add mod ord setBg">
        <pc:chgData name="Osvaldo Luiz Santos Pereira" userId="c308351cf5a860c7" providerId="LiveId" clId="{13446DB1-6554-455C-8739-3CC2FCB4BE3E}" dt="2025-07-03T11:55:44.192" v="287"/>
        <pc:sldMkLst>
          <pc:docMk/>
          <pc:sldMk cId="2143731759" sldId="268"/>
        </pc:sldMkLst>
        <pc:spChg chg="add del">
          <ac:chgData name="Osvaldo Luiz Santos Pereira" userId="c308351cf5a860c7" providerId="LiveId" clId="{13446DB1-6554-455C-8739-3CC2FCB4BE3E}" dt="2025-07-03T11:49:54.938" v="239" actId="26606"/>
          <ac:spMkLst>
            <pc:docMk/>
            <pc:sldMk cId="2143731759" sldId="268"/>
            <ac:spMk id="12298" creationId="{16B067B1-F4E5-4FDF-813D-C9E872E80075}"/>
          </ac:spMkLst>
        </pc:spChg>
        <pc:spChg chg="add del">
          <ac:chgData name="Osvaldo Luiz Santos Pereira" userId="c308351cf5a860c7" providerId="LiveId" clId="{13446DB1-6554-455C-8739-3CC2FCB4BE3E}" dt="2025-07-03T11:49:08.247" v="231" actId="26606"/>
          <ac:spMkLst>
            <pc:docMk/>
            <pc:sldMk cId="2143731759" sldId="268"/>
            <ac:spMk id="12299" creationId="{E559D998-AB6C-46E1-B394-118E9A1E2D62}"/>
          </ac:spMkLst>
        </pc:spChg>
        <pc:spChg chg="add del">
          <ac:chgData name="Osvaldo Luiz Santos Pereira" userId="c308351cf5a860c7" providerId="LiveId" clId="{13446DB1-6554-455C-8739-3CC2FCB4BE3E}" dt="2025-07-03T11:50:08.116" v="241" actId="26606"/>
          <ac:spMkLst>
            <pc:docMk/>
            <pc:sldMk cId="2143731759" sldId="268"/>
            <ac:spMk id="12300" creationId="{4613B4A9-1C7C-4729-A016-AB42D3979460}"/>
          </ac:spMkLst>
        </pc:spChg>
        <pc:spChg chg="add del">
          <ac:chgData name="Osvaldo Luiz Santos Pereira" userId="c308351cf5a860c7" providerId="LiveId" clId="{13446DB1-6554-455C-8739-3CC2FCB4BE3E}" dt="2025-07-03T11:51:33.247" v="251" actId="26606"/>
          <ac:spMkLst>
            <pc:docMk/>
            <pc:sldMk cId="2143731759" sldId="268"/>
            <ac:spMk id="12302" creationId="{AB8C311F-7253-4AED-9701-7FC0708C41C7}"/>
          </ac:spMkLst>
        </pc:spChg>
        <pc:spChg chg="add del">
          <ac:chgData name="Osvaldo Luiz Santos Pereira" userId="c308351cf5a860c7" providerId="LiveId" clId="{13446DB1-6554-455C-8739-3CC2FCB4BE3E}" dt="2025-07-03T11:51:33.247" v="251" actId="26606"/>
          <ac:spMkLst>
            <pc:docMk/>
            <pc:sldMk cId="2143731759" sldId="268"/>
            <ac:spMk id="12303" creationId="{E2384209-CB15-4CDF-9D31-C44FD9A3F20D}"/>
          </ac:spMkLst>
        </pc:spChg>
        <pc:spChg chg="add del">
          <ac:chgData name="Osvaldo Luiz Santos Pereira" userId="c308351cf5a860c7" providerId="LiveId" clId="{13446DB1-6554-455C-8739-3CC2FCB4BE3E}" dt="2025-07-03T11:49:14.685" v="233" actId="26606"/>
          <ac:spMkLst>
            <pc:docMk/>
            <pc:sldMk cId="2143731759" sldId="268"/>
            <ac:spMk id="12304" creationId="{2215C6C6-E45C-4179-9FC1-E8A4C1D47430}"/>
          </ac:spMkLst>
        </pc:spChg>
        <pc:spChg chg="add del">
          <ac:chgData name="Osvaldo Luiz Santos Pereira" userId="c308351cf5a860c7" providerId="LiveId" clId="{13446DB1-6554-455C-8739-3CC2FCB4BE3E}" dt="2025-07-03T11:49:14.685" v="233" actId="26606"/>
          <ac:spMkLst>
            <pc:docMk/>
            <pc:sldMk cId="2143731759" sldId="268"/>
            <ac:spMk id="12305" creationId="{3776B14B-F2F4-4825-8DA8-8C7A0F2B3960}"/>
          </ac:spMkLst>
        </pc:spChg>
        <pc:spChg chg="add del">
          <ac:chgData name="Osvaldo Luiz Santos Pereira" userId="c308351cf5a860c7" providerId="LiveId" clId="{13446DB1-6554-455C-8739-3CC2FCB4BE3E}" dt="2025-07-03T11:51:33.247" v="251" actId="26606"/>
          <ac:spMkLst>
            <pc:docMk/>
            <pc:sldMk cId="2143731759" sldId="268"/>
            <ac:spMk id="12306" creationId="{2633B3B5-CC90-43F0-8714-D31D1F3F0209}"/>
          </ac:spMkLst>
        </pc:spChg>
        <pc:spChg chg="add del">
          <ac:chgData name="Osvaldo Luiz Santos Pereira" userId="c308351cf5a860c7" providerId="LiveId" clId="{13446DB1-6554-455C-8739-3CC2FCB4BE3E}" dt="2025-07-03T11:51:33.247" v="251" actId="26606"/>
          <ac:spMkLst>
            <pc:docMk/>
            <pc:sldMk cId="2143731759" sldId="268"/>
            <ac:spMk id="12307" creationId="{A8D57A06-A426-446D-B02C-A2DC6B62E45E}"/>
          </ac:spMkLst>
        </pc:spChg>
        <pc:spChg chg="add del">
          <ac:chgData name="Osvaldo Luiz Santos Pereira" userId="c308351cf5a860c7" providerId="LiveId" clId="{13446DB1-6554-455C-8739-3CC2FCB4BE3E}" dt="2025-07-03T11:51:57.879" v="256" actId="26606"/>
          <ac:spMkLst>
            <pc:docMk/>
            <pc:sldMk cId="2143731759" sldId="268"/>
            <ac:spMk id="12308" creationId="{A169D286-F4D7-4C8B-A6BD-D05384C7F1D8}"/>
          </ac:spMkLst>
        </pc:spChg>
        <pc:spChg chg="add del">
          <ac:chgData name="Osvaldo Luiz Santos Pereira" userId="c308351cf5a860c7" providerId="LiveId" clId="{13446DB1-6554-455C-8739-3CC2FCB4BE3E}" dt="2025-07-03T11:51:57.879" v="256" actId="26606"/>
          <ac:spMkLst>
            <pc:docMk/>
            <pc:sldMk cId="2143731759" sldId="268"/>
            <ac:spMk id="12309" creationId="{F78382DC-4207-465E-B379-1E16448AA222}"/>
          </ac:spMkLst>
        </pc:spChg>
        <pc:spChg chg="add del">
          <ac:chgData name="Osvaldo Luiz Santos Pereira" userId="c308351cf5a860c7" providerId="LiveId" clId="{13446DB1-6554-455C-8739-3CC2FCB4BE3E}" dt="2025-07-03T11:51:57.879" v="256" actId="26606"/>
          <ac:spMkLst>
            <pc:docMk/>
            <pc:sldMk cId="2143731759" sldId="268"/>
            <ac:spMk id="12310" creationId="{39E8235E-135E-4261-8F54-2B316E493C42}"/>
          </ac:spMkLst>
        </pc:spChg>
        <pc:spChg chg="add del">
          <ac:chgData name="Osvaldo Luiz Santos Pereira" userId="c308351cf5a860c7" providerId="LiveId" clId="{13446DB1-6554-455C-8739-3CC2FCB4BE3E}" dt="2025-07-03T11:51:57.879" v="256" actId="26606"/>
          <ac:spMkLst>
            <pc:docMk/>
            <pc:sldMk cId="2143731759" sldId="268"/>
            <ac:spMk id="12311" creationId="{D4ED8EC3-4D57-4620-93CE-4E6661F09A3E}"/>
          </ac:spMkLst>
        </pc:spChg>
        <pc:spChg chg="add del">
          <ac:chgData name="Osvaldo Luiz Santos Pereira" userId="c308351cf5a860c7" providerId="LiveId" clId="{13446DB1-6554-455C-8739-3CC2FCB4BE3E}" dt="2025-07-03T11:51:02.947" v="247" actId="26606"/>
          <ac:spMkLst>
            <pc:docMk/>
            <pc:sldMk cId="2143731759" sldId="268"/>
            <ac:spMk id="12312" creationId="{0205D939-00C4-4F2E-9797-3170DD040D90}"/>
          </ac:spMkLst>
        </pc:spChg>
        <pc:spChg chg="add del">
          <ac:chgData name="Osvaldo Luiz Santos Pereira" userId="c308351cf5a860c7" providerId="LiveId" clId="{13446DB1-6554-455C-8739-3CC2FCB4BE3E}" dt="2025-07-03T11:51:57.879" v="256" actId="26606"/>
          <ac:spMkLst>
            <pc:docMk/>
            <pc:sldMk cId="2143731759" sldId="268"/>
            <ac:spMk id="12313" creationId="{83BCB34A-2F40-4F41-8488-A134C1C155B7}"/>
          </ac:spMkLst>
        </pc:spChg>
        <pc:spChg chg="add del">
          <ac:chgData name="Osvaldo Luiz Santos Pereira" userId="c308351cf5a860c7" providerId="LiveId" clId="{13446DB1-6554-455C-8739-3CC2FCB4BE3E}" dt="2025-07-03T11:51:02.947" v="247" actId="26606"/>
          <ac:spMkLst>
            <pc:docMk/>
            <pc:sldMk cId="2143731759" sldId="268"/>
            <ac:spMk id="12314" creationId="{38EE4E44-1403-472B-8C01-D354CB8F5AE7}"/>
          </ac:spMkLst>
        </pc:spChg>
        <pc:spChg chg="add">
          <ac:chgData name="Osvaldo Luiz Santos Pereira" userId="c308351cf5a860c7" providerId="LiveId" clId="{13446DB1-6554-455C-8739-3CC2FCB4BE3E}" dt="2025-07-03T11:52:02.221" v="259" actId="26606"/>
          <ac:spMkLst>
            <pc:docMk/>
            <pc:sldMk cId="2143731759" sldId="268"/>
            <ac:spMk id="12315" creationId="{A169D286-F4D7-4C8B-A6BD-D05384C7F1D8}"/>
          </ac:spMkLst>
        </pc:spChg>
        <pc:spChg chg="add del">
          <ac:chgData name="Osvaldo Luiz Santos Pereira" userId="c308351cf5a860c7" providerId="LiveId" clId="{13446DB1-6554-455C-8739-3CC2FCB4BE3E}" dt="2025-07-03T11:51:02.947" v="247" actId="26606"/>
          <ac:spMkLst>
            <pc:docMk/>
            <pc:sldMk cId="2143731759" sldId="268"/>
            <ac:spMk id="12316" creationId="{583CCE40-4C5F-42D3-86D9-7892AD1E98E3}"/>
          </ac:spMkLst>
        </pc:spChg>
        <pc:spChg chg="add">
          <ac:chgData name="Osvaldo Luiz Santos Pereira" userId="c308351cf5a860c7" providerId="LiveId" clId="{13446DB1-6554-455C-8739-3CC2FCB4BE3E}" dt="2025-07-03T11:52:02.221" v="259" actId="26606"/>
          <ac:spMkLst>
            <pc:docMk/>
            <pc:sldMk cId="2143731759" sldId="268"/>
            <ac:spMk id="12317" creationId="{39E8235E-135E-4261-8F54-2B316E493C42}"/>
          </ac:spMkLst>
        </pc:spChg>
        <pc:spChg chg="add del">
          <ac:chgData name="Osvaldo Luiz Santos Pereira" userId="c308351cf5a860c7" providerId="LiveId" clId="{13446DB1-6554-455C-8739-3CC2FCB4BE3E}" dt="2025-07-03T11:51:28.942" v="249" actId="26606"/>
          <ac:spMkLst>
            <pc:docMk/>
            <pc:sldMk cId="2143731759" sldId="268"/>
            <ac:spMk id="12318" creationId="{83BCB34A-2F40-4F41-8488-A134C1C155B7}"/>
          </ac:spMkLst>
        </pc:spChg>
        <pc:spChg chg="add del">
          <ac:chgData name="Osvaldo Luiz Santos Pereira" userId="c308351cf5a860c7" providerId="LiveId" clId="{13446DB1-6554-455C-8739-3CC2FCB4BE3E}" dt="2025-07-03T11:51:28.942" v="249" actId="26606"/>
          <ac:spMkLst>
            <pc:docMk/>
            <pc:sldMk cId="2143731759" sldId="268"/>
            <ac:spMk id="12319" creationId="{A169D286-F4D7-4C8B-A6BD-D05384C7F1D8}"/>
          </ac:spMkLst>
        </pc:spChg>
        <pc:spChg chg="add del">
          <ac:chgData name="Osvaldo Luiz Santos Pereira" userId="c308351cf5a860c7" providerId="LiveId" clId="{13446DB1-6554-455C-8739-3CC2FCB4BE3E}" dt="2025-07-03T11:51:28.942" v="249" actId="26606"/>
          <ac:spMkLst>
            <pc:docMk/>
            <pc:sldMk cId="2143731759" sldId="268"/>
            <ac:spMk id="12320" creationId="{F78382DC-4207-465E-B379-1E16448AA222}"/>
          </ac:spMkLst>
        </pc:spChg>
        <pc:spChg chg="add del">
          <ac:chgData name="Osvaldo Luiz Santos Pereira" userId="c308351cf5a860c7" providerId="LiveId" clId="{13446DB1-6554-455C-8739-3CC2FCB4BE3E}" dt="2025-07-03T11:51:28.942" v="249" actId="26606"/>
          <ac:spMkLst>
            <pc:docMk/>
            <pc:sldMk cId="2143731759" sldId="268"/>
            <ac:spMk id="12321" creationId="{39E8235E-135E-4261-8F54-2B316E493C42}"/>
          </ac:spMkLst>
        </pc:spChg>
        <pc:spChg chg="add del">
          <ac:chgData name="Osvaldo Luiz Santos Pereira" userId="c308351cf5a860c7" providerId="LiveId" clId="{13446DB1-6554-455C-8739-3CC2FCB4BE3E}" dt="2025-07-03T11:51:28.942" v="249" actId="26606"/>
          <ac:spMkLst>
            <pc:docMk/>
            <pc:sldMk cId="2143731759" sldId="268"/>
            <ac:spMk id="12322" creationId="{D4ED8EC3-4D57-4620-93CE-4E6661F09A3E}"/>
          </ac:spMkLst>
        </pc:spChg>
        <pc:spChg chg="add">
          <ac:chgData name="Osvaldo Luiz Santos Pereira" userId="c308351cf5a860c7" providerId="LiveId" clId="{13446DB1-6554-455C-8739-3CC2FCB4BE3E}" dt="2025-07-03T11:52:02.221" v="259" actId="26606"/>
          <ac:spMkLst>
            <pc:docMk/>
            <pc:sldMk cId="2143731759" sldId="268"/>
            <ac:spMk id="12323" creationId="{D4ED8EC3-4D57-4620-93CE-4E6661F09A3E}"/>
          </ac:spMkLst>
        </pc:spChg>
        <pc:spChg chg="add">
          <ac:chgData name="Osvaldo Luiz Santos Pereira" userId="c308351cf5a860c7" providerId="LiveId" clId="{13446DB1-6554-455C-8739-3CC2FCB4BE3E}" dt="2025-07-03T11:52:02.221" v="259" actId="26606"/>
          <ac:spMkLst>
            <pc:docMk/>
            <pc:sldMk cId="2143731759" sldId="268"/>
            <ac:spMk id="12324" creationId="{83BCB34A-2F40-4F41-8488-A134C1C155B7}"/>
          </ac:spMkLst>
        </pc:spChg>
        <pc:spChg chg="add">
          <ac:chgData name="Osvaldo Luiz Santos Pereira" userId="c308351cf5a860c7" providerId="LiveId" clId="{13446DB1-6554-455C-8739-3CC2FCB4BE3E}" dt="2025-07-03T11:52:02.221" v="259" actId="26606"/>
          <ac:spMkLst>
            <pc:docMk/>
            <pc:sldMk cId="2143731759" sldId="268"/>
            <ac:spMk id="12325" creationId="{F78382DC-4207-465E-B379-1E16448AA222}"/>
          </ac:spMkLst>
        </pc:spChg>
        <pc:grpChg chg="add del">
          <ac:chgData name="Osvaldo Luiz Santos Pereira" userId="c308351cf5a860c7" providerId="LiveId" clId="{13446DB1-6554-455C-8739-3CC2FCB4BE3E}" dt="2025-07-03T11:49:14.685" v="233" actId="26606"/>
          <ac:grpSpMkLst>
            <pc:docMk/>
            <pc:sldMk cId="2143731759" sldId="268"/>
            <ac:grpSpMk id="12301" creationId="{5FE9FE4C-C9E0-4C54-8010-EA9D29CD4D59}"/>
          </ac:grpSpMkLst>
        </pc:grpChg>
        <pc:picChg chg="add mod">
          <ac:chgData name="Osvaldo Luiz Santos Pereira" userId="c308351cf5a860c7" providerId="LiveId" clId="{13446DB1-6554-455C-8739-3CC2FCB4BE3E}" dt="2025-07-03T11:51:02.947" v="247" actId="26606"/>
          <ac:picMkLst>
            <pc:docMk/>
            <pc:sldMk cId="2143731759" sldId="268"/>
            <ac:picMk id="2" creationId="{233E4C8B-BCE7-2F70-C833-E002F165AEF6}"/>
          </ac:picMkLst>
        </pc:picChg>
        <pc:picChg chg="add mod">
          <ac:chgData name="Osvaldo Luiz Santos Pereira" userId="c308351cf5a860c7" providerId="LiveId" clId="{13446DB1-6554-455C-8739-3CC2FCB4BE3E}" dt="2025-07-03T11:52:02.221" v="259" actId="26606"/>
          <ac:picMkLst>
            <pc:docMk/>
            <pc:sldMk cId="2143731759" sldId="268"/>
            <ac:picMk id="3" creationId="{AEB6F2EB-24F4-E6C1-C4EF-8377078ACB06}"/>
          </ac:picMkLst>
        </pc:picChg>
        <pc:picChg chg="add del">
          <ac:chgData name="Osvaldo Luiz Santos Pereira" userId="c308351cf5a860c7" providerId="LiveId" clId="{13446DB1-6554-455C-8739-3CC2FCB4BE3E}" dt="2025-07-03T11:45:43.244" v="222" actId="21"/>
          <ac:picMkLst>
            <pc:docMk/>
            <pc:sldMk cId="2143731759" sldId="268"/>
            <ac:picMk id="12290" creationId="{31D8EBEE-C263-38B8-C05A-47005A16C941}"/>
          </ac:picMkLst>
        </pc:picChg>
        <pc:picChg chg="add del">
          <ac:chgData name="Osvaldo Luiz Santos Pereira" userId="c308351cf5a860c7" providerId="LiveId" clId="{13446DB1-6554-455C-8739-3CC2FCB4BE3E}" dt="2025-07-03T11:47:59.877" v="228" actId="21"/>
          <ac:picMkLst>
            <pc:docMk/>
            <pc:sldMk cId="2143731759" sldId="268"/>
            <ac:picMk id="12292" creationId="{6DAF4192-7DDA-EB23-ADBA-763DA4738DC7}"/>
          </ac:picMkLst>
        </pc:picChg>
        <pc:picChg chg="add del mod">
          <ac:chgData name="Osvaldo Luiz Santos Pereira" userId="c308351cf5a860c7" providerId="LiveId" clId="{13446DB1-6554-455C-8739-3CC2FCB4BE3E}" dt="2025-07-03T11:49:16.347" v="234" actId="478"/>
          <ac:picMkLst>
            <pc:docMk/>
            <pc:sldMk cId="2143731759" sldId="268"/>
            <ac:picMk id="12294" creationId="{874563EB-71E3-3400-515D-3BEC1454B989}"/>
          </ac:picMkLst>
        </pc:picChg>
        <pc:picChg chg="add mod ord">
          <ac:chgData name="Osvaldo Luiz Santos Pereira" userId="c308351cf5a860c7" providerId="LiveId" clId="{13446DB1-6554-455C-8739-3CC2FCB4BE3E}" dt="2025-07-03T11:52:02.221" v="259" actId="26606"/>
          <ac:picMkLst>
            <pc:docMk/>
            <pc:sldMk cId="2143731759" sldId="268"/>
            <ac:picMk id="12296" creationId="{BAD5A212-37FB-AF54-AC41-C225E6563D39}"/>
          </ac:picMkLst>
        </pc:picChg>
      </pc:sldChg>
      <pc:sldChg chg="addSp delSp modSp add mod ord setBg delDesignElem">
        <pc:chgData name="Osvaldo Luiz Santos Pereira" userId="c308351cf5a860c7" providerId="LiveId" clId="{13446DB1-6554-455C-8739-3CC2FCB4BE3E}" dt="2025-07-03T11:55:45.778" v="289"/>
        <pc:sldMkLst>
          <pc:docMk/>
          <pc:sldMk cId="773888851" sldId="269"/>
        </pc:sldMkLst>
        <pc:spChg chg="del">
          <ac:chgData name="Osvaldo Luiz Santos Pereira" userId="c308351cf5a860c7" providerId="LiveId" clId="{13446DB1-6554-455C-8739-3CC2FCB4BE3E}" dt="2025-07-03T11:52:05.317" v="261"/>
          <ac:spMkLst>
            <pc:docMk/>
            <pc:sldMk cId="773888851" sldId="269"/>
            <ac:spMk id="12315" creationId="{6FB56FF1-FBC4-1DD0-E343-FAA0EDA281D9}"/>
          </ac:spMkLst>
        </pc:spChg>
        <pc:spChg chg="del">
          <ac:chgData name="Osvaldo Luiz Santos Pereira" userId="c308351cf5a860c7" providerId="LiveId" clId="{13446DB1-6554-455C-8739-3CC2FCB4BE3E}" dt="2025-07-03T11:52:05.317" v="261"/>
          <ac:spMkLst>
            <pc:docMk/>
            <pc:sldMk cId="773888851" sldId="269"/>
            <ac:spMk id="12317" creationId="{4BFA51C8-958E-8FC8-7110-D6C53FC0F17B}"/>
          </ac:spMkLst>
        </pc:spChg>
        <pc:spChg chg="del">
          <ac:chgData name="Osvaldo Luiz Santos Pereira" userId="c308351cf5a860c7" providerId="LiveId" clId="{13446DB1-6554-455C-8739-3CC2FCB4BE3E}" dt="2025-07-03T11:52:05.317" v="261"/>
          <ac:spMkLst>
            <pc:docMk/>
            <pc:sldMk cId="773888851" sldId="269"/>
            <ac:spMk id="12323" creationId="{18372931-296F-4A8C-06AE-44DD5EE861F4}"/>
          </ac:spMkLst>
        </pc:spChg>
        <pc:spChg chg="del">
          <ac:chgData name="Osvaldo Luiz Santos Pereira" userId="c308351cf5a860c7" providerId="LiveId" clId="{13446DB1-6554-455C-8739-3CC2FCB4BE3E}" dt="2025-07-03T11:52:05.317" v="261"/>
          <ac:spMkLst>
            <pc:docMk/>
            <pc:sldMk cId="773888851" sldId="269"/>
            <ac:spMk id="12324" creationId="{C738656E-6DF6-734D-E1F3-E26E5A3CEB4F}"/>
          </ac:spMkLst>
        </pc:spChg>
        <pc:spChg chg="del">
          <ac:chgData name="Osvaldo Luiz Santos Pereira" userId="c308351cf5a860c7" providerId="LiveId" clId="{13446DB1-6554-455C-8739-3CC2FCB4BE3E}" dt="2025-07-03T11:52:05.317" v="261"/>
          <ac:spMkLst>
            <pc:docMk/>
            <pc:sldMk cId="773888851" sldId="269"/>
            <ac:spMk id="12325" creationId="{481B87B1-AF79-5EE1-8337-05A0B9FD02DD}"/>
          </ac:spMkLst>
        </pc:spChg>
        <pc:spChg chg="add">
          <ac:chgData name="Osvaldo Luiz Santos Pereira" userId="c308351cf5a860c7" providerId="LiveId" clId="{13446DB1-6554-455C-8739-3CC2FCB4BE3E}" dt="2025-07-03T11:53:28.994" v="266" actId="26606"/>
          <ac:spMkLst>
            <pc:docMk/>
            <pc:sldMk cId="773888851" sldId="269"/>
            <ac:spMk id="14345" creationId="{A169D286-F4D7-4C8B-A6BD-D05384C7F1D8}"/>
          </ac:spMkLst>
        </pc:spChg>
        <pc:spChg chg="add">
          <ac:chgData name="Osvaldo Luiz Santos Pereira" userId="c308351cf5a860c7" providerId="LiveId" clId="{13446DB1-6554-455C-8739-3CC2FCB4BE3E}" dt="2025-07-03T11:53:28.994" v="266" actId="26606"/>
          <ac:spMkLst>
            <pc:docMk/>
            <pc:sldMk cId="773888851" sldId="269"/>
            <ac:spMk id="14347" creationId="{39E8235E-135E-4261-8F54-2B316E493C42}"/>
          </ac:spMkLst>
        </pc:spChg>
        <pc:spChg chg="add">
          <ac:chgData name="Osvaldo Luiz Santos Pereira" userId="c308351cf5a860c7" providerId="LiveId" clId="{13446DB1-6554-455C-8739-3CC2FCB4BE3E}" dt="2025-07-03T11:53:28.994" v="266" actId="26606"/>
          <ac:spMkLst>
            <pc:docMk/>
            <pc:sldMk cId="773888851" sldId="269"/>
            <ac:spMk id="14349" creationId="{D4ED8EC3-4D57-4620-93CE-4E6661F09A3E}"/>
          </ac:spMkLst>
        </pc:spChg>
        <pc:spChg chg="add">
          <ac:chgData name="Osvaldo Luiz Santos Pereira" userId="c308351cf5a860c7" providerId="LiveId" clId="{13446DB1-6554-455C-8739-3CC2FCB4BE3E}" dt="2025-07-03T11:53:28.994" v="266" actId="26606"/>
          <ac:spMkLst>
            <pc:docMk/>
            <pc:sldMk cId="773888851" sldId="269"/>
            <ac:spMk id="14351" creationId="{83BCB34A-2F40-4F41-8488-A134C1C155B7}"/>
          </ac:spMkLst>
        </pc:spChg>
        <pc:spChg chg="add">
          <ac:chgData name="Osvaldo Luiz Santos Pereira" userId="c308351cf5a860c7" providerId="LiveId" clId="{13446DB1-6554-455C-8739-3CC2FCB4BE3E}" dt="2025-07-03T11:53:28.994" v="266" actId="26606"/>
          <ac:spMkLst>
            <pc:docMk/>
            <pc:sldMk cId="773888851" sldId="269"/>
            <ac:spMk id="14353" creationId="{F78382DC-4207-465E-B379-1E16448AA222}"/>
          </ac:spMkLst>
        </pc:spChg>
        <pc:picChg chg="del">
          <ac:chgData name="Osvaldo Luiz Santos Pereira" userId="c308351cf5a860c7" providerId="LiveId" clId="{13446DB1-6554-455C-8739-3CC2FCB4BE3E}" dt="2025-07-03T11:52:11.450" v="262" actId="478"/>
          <ac:picMkLst>
            <pc:docMk/>
            <pc:sldMk cId="773888851" sldId="269"/>
            <ac:picMk id="3" creationId="{5729CCBB-8193-D06A-3C0B-E2494FE363A3}"/>
          </ac:picMkLst>
        </pc:picChg>
        <pc:picChg chg="ord">
          <ac:chgData name="Osvaldo Luiz Santos Pereira" userId="c308351cf5a860c7" providerId="LiveId" clId="{13446DB1-6554-455C-8739-3CC2FCB4BE3E}" dt="2025-07-03T11:53:28.994" v="266" actId="26606"/>
          <ac:picMkLst>
            <pc:docMk/>
            <pc:sldMk cId="773888851" sldId="269"/>
            <ac:picMk id="12296" creationId="{65994EAD-9B3F-8CBA-F043-FE1591600186}"/>
          </ac:picMkLst>
        </pc:picChg>
        <pc:picChg chg="add del">
          <ac:chgData name="Osvaldo Luiz Santos Pereira" userId="c308351cf5a860c7" providerId="LiveId" clId="{13446DB1-6554-455C-8739-3CC2FCB4BE3E}" dt="2025-07-03T11:53:25.322" v="264" actId="478"/>
          <ac:picMkLst>
            <pc:docMk/>
            <pc:sldMk cId="773888851" sldId="269"/>
            <ac:picMk id="14338" creationId="{E59A60FD-4FF1-1D59-79CB-57AB6E25F02E}"/>
          </ac:picMkLst>
        </pc:picChg>
        <pc:picChg chg="add mod">
          <ac:chgData name="Osvaldo Luiz Santos Pereira" userId="c308351cf5a860c7" providerId="LiveId" clId="{13446DB1-6554-455C-8739-3CC2FCB4BE3E}" dt="2025-07-03T11:53:28.994" v="266" actId="26606"/>
          <ac:picMkLst>
            <pc:docMk/>
            <pc:sldMk cId="773888851" sldId="269"/>
            <ac:picMk id="14340" creationId="{974B613F-19C0-D079-E29A-D252DF19E18E}"/>
          </ac:picMkLst>
        </pc:picChg>
      </pc:sldChg>
      <pc:sldChg chg="addSp delSp add del setBg delDesignElem">
        <pc:chgData name="Osvaldo Luiz Santos Pereira" userId="c308351cf5a860c7" providerId="LiveId" clId="{13446DB1-6554-455C-8739-3CC2FCB4BE3E}" dt="2025-07-03T11:51:32.852" v="250"/>
        <pc:sldMkLst>
          <pc:docMk/>
          <pc:sldMk cId="3927554711" sldId="269"/>
        </pc:sldMkLst>
        <pc:spChg chg="add del">
          <ac:chgData name="Osvaldo Luiz Santos Pereira" userId="c308351cf5a860c7" providerId="LiveId" clId="{13446DB1-6554-455C-8739-3CC2FCB4BE3E}" dt="2025-07-03T11:51:32.852" v="250"/>
          <ac:spMkLst>
            <pc:docMk/>
            <pc:sldMk cId="3927554711" sldId="269"/>
            <ac:spMk id="12302" creationId="{DBF15AE4-C1B4-52F9-1346-8988166CBC83}"/>
          </ac:spMkLst>
        </pc:spChg>
        <pc:spChg chg="add del">
          <ac:chgData name="Osvaldo Luiz Santos Pereira" userId="c308351cf5a860c7" providerId="LiveId" clId="{13446DB1-6554-455C-8739-3CC2FCB4BE3E}" dt="2025-07-03T11:51:32.852" v="250"/>
          <ac:spMkLst>
            <pc:docMk/>
            <pc:sldMk cId="3927554711" sldId="269"/>
            <ac:spMk id="12303" creationId="{D1BDD815-8471-3D9D-C658-7A315D63FA8B}"/>
          </ac:spMkLst>
        </pc:spChg>
        <pc:spChg chg="add del">
          <ac:chgData name="Osvaldo Luiz Santos Pereira" userId="c308351cf5a860c7" providerId="LiveId" clId="{13446DB1-6554-455C-8739-3CC2FCB4BE3E}" dt="2025-07-03T11:51:32.852" v="250"/>
          <ac:spMkLst>
            <pc:docMk/>
            <pc:sldMk cId="3927554711" sldId="269"/>
            <ac:spMk id="12306" creationId="{1C615EAE-28A6-CB6A-0BA7-99658727CE1D}"/>
          </ac:spMkLst>
        </pc:spChg>
        <pc:spChg chg="add del">
          <ac:chgData name="Osvaldo Luiz Santos Pereira" userId="c308351cf5a860c7" providerId="LiveId" clId="{13446DB1-6554-455C-8739-3CC2FCB4BE3E}" dt="2025-07-03T11:51:32.852" v="250"/>
          <ac:spMkLst>
            <pc:docMk/>
            <pc:sldMk cId="3927554711" sldId="269"/>
            <ac:spMk id="12307" creationId="{C70DB8CB-F91C-68E9-F758-46E831653AE1}"/>
          </ac:spMkLst>
        </pc:spChg>
      </pc:sldChg>
      <pc:sldChg chg="addSp delSp modSp new del mod setBg">
        <pc:chgData name="Osvaldo Luiz Santos Pereira" userId="c308351cf5a860c7" providerId="LiveId" clId="{13446DB1-6554-455C-8739-3CC2FCB4BE3E}" dt="2025-07-03T12:41:14.820" v="380" actId="47"/>
        <pc:sldMkLst>
          <pc:docMk/>
          <pc:sldMk cId="1759063355" sldId="270"/>
        </pc:sldMkLst>
        <pc:spChg chg="del">
          <ac:chgData name="Osvaldo Luiz Santos Pereira" userId="c308351cf5a860c7" providerId="LiveId" clId="{13446DB1-6554-455C-8739-3CC2FCB4BE3E}" dt="2025-07-03T11:56:04.512" v="291" actId="478"/>
          <ac:spMkLst>
            <pc:docMk/>
            <pc:sldMk cId="1759063355" sldId="270"/>
            <ac:spMk id="2" creationId="{14792D40-7D73-484B-FB04-2DF8D8D82537}"/>
          </ac:spMkLst>
        </pc:spChg>
        <pc:spChg chg="del">
          <ac:chgData name="Osvaldo Luiz Santos Pereira" userId="c308351cf5a860c7" providerId="LiveId" clId="{13446DB1-6554-455C-8739-3CC2FCB4BE3E}" dt="2025-07-03T11:56:04.512" v="291" actId="478"/>
          <ac:spMkLst>
            <pc:docMk/>
            <pc:sldMk cId="1759063355" sldId="270"/>
            <ac:spMk id="3" creationId="{9249FBD0-9509-7F44-CC72-ED6D45767EAE}"/>
          </ac:spMkLst>
        </pc:spChg>
        <pc:spChg chg="add">
          <ac:chgData name="Osvaldo Luiz Santos Pereira" userId="c308351cf5a860c7" providerId="LiveId" clId="{13446DB1-6554-455C-8739-3CC2FCB4BE3E}" dt="2025-07-03T12:03:54.755" v="299" actId="26606"/>
          <ac:spMkLst>
            <pc:docMk/>
            <pc:sldMk cId="1759063355" sldId="270"/>
            <ac:spMk id="16393" creationId="{AB8C311F-7253-4AED-9701-7FC0708C41C7}"/>
          </ac:spMkLst>
        </pc:spChg>
        <pc:spChg chg="add">
          <ac:chgData name="Osvaldo Luiz Santos Pereira" userId="c308351cf5a860c7" providerId="LiveId" clId="{13446DB1-6554-455C-8739-3CC2FCB4BE3E}" dt="2025-07-03T12:03:54.755" v="299" actId="26606"/>
          <ac:spMkLst>
            <pc:docMk/>
            <pc:sldMk cId="1759063355" sldId="270"/>
            <ac:spMk id="16395" creationId="{E2384209-CB15-4CDF-9D31-C44FD9A3F20D}"/>
          </ac:spMkLst>
        </pc:spChg>
        <pc:spChg chg="add">
          <ac:chgData name="Osvaldo Luiz Santos Pereira" userId="c308351cf5a860c7" providerId="LiveId" clId="{13446DB1-6554-455C-8739-3CC2FCB4BE3E}" dt="2025-07-03T12:03:54.755" v="299" actId="26606"/>
          <ac:spMkLst>
            <pc:docMk/>
            <pc:sldMk cId="1759063355" sldId="270"/>
            <ac:spMk id="16397" creationId="{2633B3B5-CC90-43F0-8714-D31D1F3F0209}"/>
          </ac:spMkLst>
        </pc:spChg>
        <pc:spChg chg="add">
          <ac:chgData name="Osvaldo Luiz Santos Pereira" userId="c308351cf5a860c7" providerId="LiveId" clId="{13446DB1-6554-455C-8739-3CC2FCB4BE3E}" dt="2025-07-03T12:03:54.755" v="299" actId="26606"/>
          <ac:spMkLst>
            <pc:docMk/>
            <pc:sldMk cId="1759063355" sldId="270"/>
            <ac:spMk id="16399" creationId="{A8D57A06-A426-446D-B02C-A2DC6B62E45E}"/>
          </ac:spMkLst>
        </pc:spChg>
        <pc:picChg chg="add del mod">
          <ac:chgData name="Osvaldo Luiz Santos Pereira" userId="c308351cf5a860c7" providerId="LiveId" clId="{13446DB1-6554-455C-8739-3CC2FCB4BE3E}" dt="2025-07-03T11:58:18.832" v="296" actId="478"/>
          <ac:picMkLst>
            <pc:docMk/>
            <pc:sldMk cId="1759063355" sldId="270"/>
            <ac:picMk id="4" creationId="{D3FF957C-5CA9-84B2-C19B-021A88D4FADA}"/>
          </ac:picMkLst>
        </pc:picChg>
        <pc:picChg chg="add del mod">
          <ac:chgData name="Osvaldo Luiz Santos Pereira" userId="c308351cf5a860c7" providerId="LiveId" clId="{13446DB1-6554-455C-8739-3CC2FCB4BE3E}" dt="2025-07-03T11:58:18.832" v="296" actId="478"/>
          <ac:picMkLst>
            <pc:docMk/>
            <pc:sldMk cId="1759063355" sldId="270"/>
            <ac:picMk id="5" creationId="{50E01DDC-7B09-235E-0EA6-8D2DC1BB1A1C}"/>
          </ac:picMkLst>
        </pc:picChg>
        <pc:picChg chg="add del">
          <ac:chgData name="Osvaldo Luiz Santos Pereira" userId="c308351cf5a860c7" providerId="LiveId" clId="{13446DB1-6554-455C-8739-3CC2FCB4BE3E}" dt="2025-07-03T11:58:18.832" v="296" actId="478"/>
          <ac:picMkLst>
            <pc:docMk/>
            <pc:sldMk cId="1759063355" sldId="270"/>
            <ac:picMk id="16386" creationId="{41628AD4-4F69-9A8E-8F85-68F1A378BE2E}"/>
          </ac:picMkLst>
        </pc:picChg>
        <pc:picChg chg="add mod">
          <ac:chgData name="Osvaldo Luiz Santos Pereira" userId="c308351cf5a860c7" providerId="LiveId" clId="{13446DB1-6554-455C-8739-3CC2FCB4BE3E}" dt="2025-07-03T12:03:54.755" v="299" actId="26606"/>
          <ac:picMkLst>
            <pc:docMk/>
            <pc:sldMk cId="1759063355" sldId="270"/>
            <ac:picMk id="16388" creationId="{8DD6D3EF-3751-E724-7D3E-06C1B26D9981}"/>
          </ac:picMkLst>
        </pc:picChg>
      </pc:sldChg>
      <pc:sldChg chg="addSp delSp modSp new mod ord setBg">
        <pc:chgData name="Osvaldo Luiz Santos Pereira" userId="c308351cf5a860c7" providerId="LiveId" clId="{13446DB1-6554-455C-8739-3CC2FCB4BE3E}" dt="2025-07-03T12:18:49.901" v="358" actId="1076"/>
        <pc:sldMkLst>
          <pc:docMk/>
          <pc:sldMk cId="613422159" sldId="271"/>
        </pc:sldMkLst>
        <pc:spChg chg="del">
          <ac:chgData name="Osvaldo Luiz Santos Pereira" userId="c308351cf5a860c7" providerId="LiveId" clId="{13446DB1-6554-455C-8739-3CC2FCB4BE3E}" dt="2025-07-03T12:04:23.551" v="301" actId="478"/>
          <ac:spMkLst>
            <pc:docMk/>
            <pc:sldMk cId="613422159" sldId="271"/>
            <ac:spMk id="2" creationId="{906CBE89-27A0-8035-54C8-1F03AF422027}"/>
          </ac:spMkLst>
        </pc:spChg>
        <pc:spChg chg="del">
          <ac:chgData name="Osvaldo Luiz Santos Pereira" userId="c308351cf5a860c7" providerId="LiveId" clId="{13446DB1-6554-455C-8739-3CC2FCB4BE3E}" dt="2025-07-03T12:04:23.551" v="301" actId="478"/>
          <ac:spMkLst>
            <pc:docMk/>
            <pc:sldMk cId="613422159" sldId="271"/>
            <ac:spMk id="3" creationId="{CCDB1C5A-06D0-678D-4474-ED8EC8308B78}"/>
          </ac:spMkLst>
        </pc:spChg>
        <pc:spChg chg="add mod">
          <ac:chgData name="Osvaldo Luiz Santos Pereira" userId="c308351cf5a860c7" providerId="LiveId" clId="{13446DB1-6554-455C-8739-3CC2FCB4BE3E}" dt="2025-07-03T12:15:05.315" v="341" actId="2085"/>
          <ac:spMkLst>
            <pc:docMk/>
            <pc:sldMk cId="613422159" sldId="271"/>
            <ac:spMk id="5" creationId="{026A8254-61B6-F3BD-D10E-544CFCCD4D82}"/>
          </ac:spMkLst>
        </pc:spChg>
        <pc:spChg chg="add del">
          <ac:chgData name="Osvaldo Luiz Santos Pereira" userId="c308351cf5a860c7" providerId="LiveId" clId="{13446DB1-6554-455C-8739-3CC2FCB4BE3E}" dt="2025-07-03T12:12:57.985" v="322" actId="26606"/>
          <ac:spMkLst>
            <pc:docMk/>
            <pc:sldMk cId="613422159" sldId="271"/>
            <ac:spMk id="17414" creationId="{42A4FC2C-047E-45A5-965D-8E1E3BF09BC6}"/>
          </ac:spMkLst>
        </pc:spChg>
        <pc:spChg chg="add del">
          <ac:chgData name="Osvaldo Luiz Santos Pereira" userId="c308351cf5a860c7" providerId="LiveId" clId="{13446DB1-6554-455C-8739-3CC2FCB4BE3E}" dt="2025-07-03T12:13:04.300" v="324" actId="26606"/>
          <ac:spMkLst>
            <pc:docMk/>
            <pc:sldMk cId="613422159" sldId="271"/>
            <ac:spMk id="17416" creationId="{FABB624F-BF77-4AE1-B71D-2D681D4731B8}"/>
          </ac:spMkLst>
        </pc:spChg>
        <pc:spChg chg="add del">
          <ac:chgData name="Osvaldo Luiz Santos Pereira" userId="c308351cf5a860c7" providerId="LiveId" clId="{13446DB1-6554-455C-8739-3CC2FCB4BE3E}" dt="2025-07-03T12:12:21.093" v="308" actId="26606"/>
          <ac:spMkLst>
            <pc:docMk/>
            <pc:sldMk cId="613422159" sldId="271"/>
            <ac:spMk id="17417" creationId="{FABB624F-BF77-4AE1-B71D-2D681D4731B8}"/>
          </ac:spMkLst>
        </pc:spChg>
        <pc:spChg chg="add del">
          <ac:chgData name="Osvaldo Luiz Santos Pereira" userId="c308351cf5a860c7" providerId="LiveId" clId="{13446DB1-6554-455C-8739-3CC2FCB4BE3E}" dt="2025-07-03T12:12:33.416" v="314" actId="26606"/>
          <ac:spMkLst>
            <pc:docMk/>
            <pc:sldMk cId="613422159" sldId="271"/>
            <ac:spMk id="17419" creationId="{42A4FC2C-047E-45A5-965D-8E1E3BF09BC6}"/>
          </ac:spMkLst>
        </pc:spChg>
        <pc:picChg chg="add mod ord">
          <ac:chgData name="Osvaldo Luiz Santos Pereira" userId="c308351cf5a860c7" providerId="LiveId" clId="{13446DB1-6554-455C-8739-3CC2FCB4BE3E}" dt="2025-07-03T12:14:25.665" v="336" actId="1076"/>
          <ac:picMkLst>
            <pc:docMk/>
            <pc:sldMk cId="613422159" sldId="271"/>
            <ac:picMk id="4" creationId="{79244D8A-3CE0-A5AB-4651-3DEEB0FC2A43}"/>
          </ac:picMkLst>
        </pc:picChg>
        <pc:picChg chg="add del">
          <ac:chgData name="Osvaldo Luiz Santos Pereira" userId="c308351cf5a860c7" providerId="LiveId" clId="{13446DB1-6554-455C-8739-3CC2FCB4BE3E}" dt="2025-07-03T12:17:38.241" v="347" actId="21"/>
          <ac:picMkLst>
            <pc:docMk/>
            <pc:sldMk cId="613422159" sldId="271"/>
            <ac:picMk id="6" creationId="{0344CAF7-9FBF-91F0-3F3C-C5EA3FC0AEB8}"/>
          </ac:picMkLst>
        </pc:picChg>
        <pc:picChg chg="add mod">
          <ac:chgData name="Osvaldo Luiz Santos Pereira" userId="c308351cf5a860c7" providerId="LiveId" clId="{13446DB1-6554-455C-8739-3CC2FCB4BE3E}" dt="2025-07-03T12:18:49.901" v="358" actId="1076"/>
          <ac:picMkLst>
            <pc:docMk/>
            <pc:sldMk cId="613422159" sldId="271"/>
            <ac:picMk id="7" creationId="{0344CAF7-9FBF-91F0-3F3C-C5EA3FC0AEB8}"/>
          </ac:picMkLst>
        </pc:picChg>
        <pc:picChg chg="add mod">
          <ac:chgData name="Osvaldo Luiz Santos Pereira" userId="c308351cf5a860c7" providerId="LiveId" clId="{13446DB1-6554-455C-8739-3CC2FCB4BE3E}" dt="2025-07-03T12:14:29.822" v="337" actId="1076"/>
          <ac:picMkLst>
            <pc:docMk/>
            <pc:sldMk cId="613422159" sldId="271"/>
            <ac:picMk id="17410" creationId="{79919C69-693F-D488-8125-4C0382DB750B}"/>
          </ac:picMkLst>
        </pc:picChg>
        <pc:picChg chg="add mod">
          <ac:chgData name="Osvaldo Luiz Santos Pereira" userId="c308351cf5a860c7" providerId="LiveId" clId="{13446DB1-6554-455C-8739-3CC2FCB4BE3E}" dt="2025-07-03T12:14:38.354" v="339" actId="14100"/>
          <ac:picMkLst>
            <pc:docMk/>
            <pc:sldMk cId="613422159" sldId="271"/>
            <ac:picMk id="17412" creationId="{515FE31D-33F5-2408-2B24-F9FF303E6B76}"/>
          </ac:picMkLst>
        </pc:picChg>
      </pc:sldChg>
      <pc:sldChg chg="addSp delSp modSp new mod setBg">
        <pc:chgData name="Osvaldo Luiz Santos Pereira" userId="c308351cf5a860c7" providerId="LiveId" clId="{13446DB1-6554-455C-8739-3CC2FCB4BE3E}" dt="2025-07-03T12:36:01.421" v="379" actId="962"/>
        <pc:sldMkLst>
          <pc:docMk/>
          <pc:sldMk cId="308094828" sldId="272"/>
        </pc:sldMkLst>
        <pc:spChg chg="del">
          <ac:chgData name="Osvaldo Luiz Santos Pereira" userId="c308351cf5a860c7" providerId="LiveId" clId="{13446DB1-6554-455C-8739-3CC2FCB4BE3E}" dt="2025-07-03T12:19:10.193" v="361" actId="478"/>
          <ac:spMkLst>
            <pc:docMk/>
            <pc:sldMk cId="308094828" sldId="272"/>
            <ac:spMk id="2" creationId="{9FE0DC5F-B335-6732-F96F-33EC07938F85}"/>
          </ac:spMkLst>
        </pc:spChg>
        <pc:spChg chg="del">
          <ac:chgData name="Osvaldo Luiz Santos Pereira" userId="c308351cf5a860c7" providerId="LiveId" clId="{13446DB1-6554-455C-8739-3CC2FCB4BE3E}" dt="2025-07-03T12:19:10.193" v="361" actId="478"/>
          <ac:spMkLst>
            <pc:docMk/>
            <pc:sldMk cId="308094828" sldId="272"/>
            <ac:spMk id="3" creationId="{4EF11172-C8FA-DEF1-F39D-37B3E735DC1F}"/>
          </ac:spMkLst>
        </pc:spChg>
        <pc:spChg chg="add">
          <ac:chgData name="Osvaldo Luiz Santos Pereira" userId="c308351cf5a860c7" providerId="LiveId" clId="{13446DB1-6554-455C-8739-3CC2FCB4BE3E}" dt="2025-07-03T12:35:55.487" v="375" actId="26606"/>
          <ac:spMkLst>
            <pc:docMk/>
            <pc:sldMk cId="308094828" sldId="272"/>
            <ac:spMk id="18447" creationId="{FABB624F-BF77-4AE1-B71D-2D681D4731B8}"/>
          </ac:spMkLst>
        </pc:spChg>
        <pc:picChg chg="add mod">
          <ac:chgData name="Osvaldo Luiz Santos Pereira" userId="c308351cf5a860c7" providerId="LiveId" clId="{13446DB1-6554-455C-8739-3CC2FCB4BE3E}" dt="2025-07-03T12:35:55.487" v="375" actId="26606"/>
          <ac:picMkLst>
            <pc:docMk/>
            <pc:sldMk cId="308094828" sldId="272"/>
            <ac:picMk id="4" creationId="{28441227-DA4B-25AA-A51A-D97B8384F821}"/>
          </ac:picMkLst>
        </pc:picChg>
        <pc:picChg chg="add del">
          <ac:chgData name="Osvaldo Luiz Santos Pereira" userId="c308351cf5a860c7" providerId="LiveId" clId="{13446DB1-6554-455C-8739-3CC2FCB4BE3E}" dt="2025-07-03T12:29:01.438" v="369" actId="21"/>
          <ac:picMkLst>
            <pc:docMk/>
            <pc:sldMk cId="308094828" sldId="272"/>
            <ac:picMk id="18434" creationId="{28441227-DA4B-25AA-A51A-D97B8384F821}"/>
          </ac:picMkLst>
        </pc:picChg>
        <pc:picChg chg="add del">
          <ac:chgData name="Osvaldo Luiz Santos Pereira" userId="c308351cf5a860c7" providerId="LiveId" clId="{13446DB1-6554-455C-8739-3CC2FCB4BE3E}" dt="2025-07-03T12:29:17.264" v="373" actId="21"/>
          <ac:picMkLst>
            <pc:docMk/>
            <pc:sldMk cId="308094828" sldId="272"/>
            <ac:picMk id="18436" creationId="{E2EA0218-E0C5-FB7C-279E-07ECB05BCB1F}"/>
          </ac:picMkLst>
        </pc:picChg>
        <pc:picChg chg="add del">
          <ac:chgData name="Osvaldo Luiz Santos Pereira" userId="c308351cf5a860c7" providerId="LiveId" clId="{13446DB1-6554-455C-8739-3CC2FCB4BE3E}" dt="2025-07-03T12:23:24.584" v="365" actId="478"/>
          <ac:picMkLst>
            <pc:docMk/>
            <pc:sldMk cId="308094828" sldId="272"/>
            <ac:picMk id="18438" creationId="{E980B3F7-6201-CC8B-25C2-BF3804C902F4}"/>
          </ac:picMkLst>
        </pc:picChg>
        <pc:picChg chg="add mod ord">
          <ac:chgData name="Osvaldo Luiz Santos Pereira" userId="c308351cf5a860c7" providerId="LiveId" clId="{13446DB1-6554-455C-8739-3CC2FCB4BE3E}" dt="2025-07-03T12:36:01.327" v="376" actId="27614"/>
          <ac:picMkLst>
            <pc:docMk/>
            <pc:sldMk cId="308094828" sldId="272"/>
            <ac:picMk id="18440" creationId="{88AC475D-145F-4F65-2A3A-6FDD59C52963}"/>
          </ac:picMkLst>
        </pc:picChg>
        <pc:picChg chg="add mod">
          <ac:chgData name="Osvaldo Luiz Santos Pereira" userId="c308351cf5a860c7" providerId="LiveId" clId="{13446DB1-6554-455C-8739-3CC2FCB4BE3E}" dt="2025-07-03T12:36:01.421" v="379" actId="962"/>
          <ac:picMkLst>
            <pc:docMk/>
            <pc:sldMk cId="308094828" sldId="272"/>
            <ac:picMk id="18442" creationId="{03565C1C-653E-16AB-5442-77A5213C6972}"/>
          </ac:picMkLst>
        </pc:picChg>
      </pc:sldChg>
      <pc:sldChg chg="addSp delSp modSp new del mod setBg">
        <pc:chgData name="Osvaldo Luiz Santos Pereira" userId="c308351cf5a860c7" providerId="LiveId" clId="{13446DB1-6554-455C-8739-3CC2FCB4BE3E}" dt="2025-07-03T12:18:53.826" v="359" actId="47"/>
        <pc:sldMkLst>
          <pc:docMk/>
          <pc:sldMk cId="4242420748" sldId="272"/>
        </pc:sldMkLst>
        <pc:spChg chg="del">
          <ac:chgData name="Osvaldo Luiz Santos Pereira" userId="c308351cf5a860c7" providerId="LiveId" clId="{13446DB1-6554-455C-8739-3CC2FCB4BE3E}" dt="2025-07-03T12:17:06.729" v="345" actId="478"/>
          <ac:spMkLst>
            <pc:docMk/>
            <pc:sldMk cId="4242420748" sldId="272"/>
            <ac:spMk id="2" creationId="{9CD227E4-2E3F-23B6-27F9-C57E50EB6DFB}"/>
          </ac:spMkLst>
        </pc:spChg>
        <pc:spChg chg="del">
          <ac:chgData name="Osvaldo Luiz Santos Pereira" userId="c308351cf5a860c7" providerId="LiveId" clId="{13446DB1-6554-455C-8739-3CC2FCB4BE3E}" dt="2025-07-03T12:17:06.729" v="345" actId="478"/>
          <ac:spMkLst>
            <pc:docMk/>
            <pc:sldMk cId="4242420748" sldId="272"/>
            <ac:spMk id="3" creationId="{1D92388E-5A33-A835-1DBC-5F5F2FC28593}"/>
          </ac:spMkLst>
        </pc:spChg>
        <pc:spChg chg="add del">
          <ac:chgData name="Osvaldo Luiz Santos Pereira" userId="c308351cf5a860c7" providerId="LiveId" clId="{13446DB1-6554-455C-8739-3CC2FCB4BE3E}" dt="2025-07-03T12:18:09.914" v="352" actId="26606"/>
          <ac:spMkLst>
            <pc:docMk/>
            <pc:sldMk cId="4242420748" sldId="272"/>
            <ac:spMk id="12" creationId="{E8DC6FCD-811B-436E-9FEE-FC957486CD7E}"/>
          </ac:spMkLst>
        </pc:spChg>
        <pc:picChg chg="add mod">
          <ac:chgData name="Osvaldo Luiz Santos Pereira" userId="c308351cf5a860c7" providerId="LiveId" clId="{13446DB1-6554-455C-8739-3CC2FCB4BE3E}" dt="2025-07-03T12:18:09.914" v="352" actId="26606"/>
          <ac:picMkLst>
            <pc:docMk/>
            <pc:sldMk cId="4242420748" sldId="272"/>
            <ac:picMk id="4" creationId="{0239D3C7-0200-2931-2C70-7C19CE82D4BD}"/>
          </ac:picMkLst>
        </pc:picChg>
        <pc:picChg chg="add mod">
          <ac:chgData name="Osvaldo Luiz Santos Pereira" userId="c308351cf5a860c7" providerId="LiveId" clId="{13446DB1-6554-455C-8739-3CC2FCB4BE3E}" dt="2025-07-03T12:18:09.914" v="352" actId="26606"/>
          <ac:picMkLst>
            <pc:docMk/>
            <pc:sldMk cId="4242420748" sldId="272"/>
            <ac:picMk id="5" creationId="{99F68FBF-43E8-FB9B-EA9D-98B5603427A1}"/>
          </ac:picMkLst>
        </pc:picChg>
        <pc:picChg chg="add del mod ord">
          <ac:chgData name="Osvaldo Luiz Santos Pereira" userId="c308351cf5a860c7" providerId="LiveId" clId="{13446DB1-6554-455C-8739-3CC2FCB4BE3E}" dt="2025-07-03T12:18:25.693" v="353" actId="21"/>
          <ac:picMkLst>
            <pc:docMk/>
            <pc:sldMk cId="4242420748" sldId="272"/>
            <ac:picMk id="6" creationId="{0344CAF7-9FBF-91F0-3F3C-C5EA3FC0AEB8}"/>
          </ac:picMkLst>
        </pc:picChg>
        <pc:picChg chg="add mod">
          <ac:chgData name="Osvaldo Luiz Santos Pereira" userId="c308351cf5a860c7" providerId="LiveId" clId="{13446DB1-6554-455C-8739-3CC2FCB4BE3E}" dt="2025-07-03T12:18:09.914" v="352" actId="26606"/>
          <ac:picMkLst>
            <pc:docMk/>
            <pc:sldMk cId="4242420748" sldId="272"/>
            <ac:picMk id="7" creationId="{87BA0805-0F37-E74E-C2CD-F46EA062085F}"/>
          </ac:picMkLst>
        </pc:picChg>
      </pc:sldChg>
      <pc:sldChg chg="addSp delSp modSp add mod setBg delDesignElem">
        <pc:chgData name="Osvaldo Luiz Santos Pereira" userId="c308351cf5a860c7" providerId="LiveId" clId="{13446DB1-6554-455C-8739-3CC2FCB4BE3E}" dt="2025-07-03T12:56:42.055" v="432" actId="27614"/>
        <pc:sldMkLst>
          <pc:docMk/>
          <pc:sldMk cId="4035814427" sldId="273"/>
        </pc:sldMkLst>
        <pc:spChg chg="add">
          <ac:chgData name="Osvaldo Luiz Santos Pereira" userId="c308351cf5a860c7" providerId="LiveId" clId="{13446DB1-6554-455C-8739-3CC2FCB4BE3E}" dt="2025-07-03T12:54:44.587" v="411"/>
          <ac:spMkLst>
            <pc:docMk/>
            <pc:sldMk cId="4035814427" sldId="273"/>
            <ac:spMk id="5" creationId="{265C6610-F056-A37B-4BC7-45C3B55E0B71}"/>
          </ac:spMkLst>
        </pc:spChg>
        <pc:spChg chg="add del">
          <ac:chgData name="Osvaldo Luiz Santos Pereira" userId="c308351cf5a860c7" providerId="LiveId" clId="{13446DB1-6554-455C-8739-3CC2FCB4BE3E}" dt="2025-07-03T12:55:03.034" v="413" actId="478"/>
          <ac:spMkLst>
            <pc:docMk/>
            <pc:sldMk cId="4035814427" sldId="273"/>
            <ac:spMk id="6" creationId="{03A2848B-8BA9-09F9-97CD-A207DE340848}"/>
          </ac:spMkLst>
        </pc:spChg>
        <pc:spChg chg="add del">
          <ac:chgData name="Osvaldo Luiz Santos Pereira" userId="c308351cf5a860c7" providerId="LiveId" clId="{13446DB1-6554-455C-8739-3CC2FCB4BE3E}" dt="2025-07-03T12:55:15.204" v="415" actId="478"/>
          <ac:spMkLst>
            <pc:docMk/>
            <pc:sldMk cId="4035814427" sldId="273"/>
            <ac:spMk id="7" creationId="{D4BD7B27-4BAF-35B7-E3B2-3B6963AD95E6}"/>
          </ac:spMkLst>
        </pc:spChg>
        <pc:spChg chg="del">
          <ac:chgData name="Osvaldo Luiz Santos Pereira" userId="c308351cf5a860c7" providerId="LiveId" clId="{13446DB1-6554-455C-8739-3CC2FCB4BE3E}" dt="2025-07-03T12:44:40.503" v="396"/>
          <ac:spMkLst>
            <pc:docMk/>
            <pc:sldMk cId="4035814427" sldId="273"/>
            <ac:spMk id="8203" creationId="{690BDF48-BB19-2E62-8A9C-D54AC75C39D8}"/>
          </ac:spMkLst>
        </pc:spChg>
        <pc:spChg chg="del">
          <ac:chgData name="Osvaldo Luiz Santos Pereira" userId="c308351cf5a860c7" providerId="LiveId" clId="{13446DB1-6554-455C-8739-3CC2FCB4BE3E}" dt="2025-07-03T12:44:40.503" v="396"/>
          <ac:spMkLst>
            <pc:docMk/>
            <pc:sldMk cId="4035814427" sldId="273"/>
            <ac:spMk id="8205" creationId="{567F1DB2-4276-2C99-3624-129925CAEF56}"/>
          </ac:spMkLst>
        </pc:spChg>
        <pc:spChg chg="add">
          <ac:chgData name="Osvaldo Luiz Santos Pereira" userId="c308351cf5a860c7" providerId="LiveId" clId="{13446DB1-6554-455C-8739-3CC2FCB4BE3E}" dt="2025-07-03T12:56:37.965" v="431" actId="26606"/>
          <ac:spMkLst>
            <pc:docMk/>
            <pc:sldMk cId="4035814427" sldId="273"/>
            <ac:spMk id="20484" creationId="{AA3CC463-F933-4AC4-86E1-5AC14B0C3163}"/>
          </ac:spMkLst>
        </pc:spChg>
        <pc:spChg chg="add">
          <ac:chgData name="Osvaldo Luiz Santos Pereira" userId="c308351cf5a860c7" providerId="LiveId" clId="{13446DB1-6554-455C-8739-3CC2FCB4BE3E}" dt="2025-07-03T12:56:37.965" v="431" actId="26606"/>
          <ac:spMkLst>
            <pc:docMk/>
            <pc:sldMk cId="4035814427" sldId="273"/>
            <ac:spMk id="20485" creationId="{6025D2DB-A12A-44DB-B00E-F4D622329EDD}"/>
          </ac:spMkLst>
        </pc:spChg>
        <pc:spChg chg="add">
          <ac:chgData name="Osvaldo Luiz Santos Pereira" userId="c308351cf5a860c7" providerId="LiveId" clId="{13446DB1-6554-455C-8739-3CC2FCB4BE3E}" dt="2025-07-03T12:56:37.965" v="431" actId="26606"/>
          <ac:spMkLst>
            <pc:docMk/>
            <pc:sldMk cId="4035814427" sldId="273"/>
            <ac:spMk id="20486" creationId="{CE7E7877-F64E-4EEA-B778-138031EFF874}"/>
          </ac:spMkLst>
        </pc:spChg>
        <pc:spChg chg="add del">
          <ac:chgData name="Osvaldo Luiz Santos Pereira" userId="c308351cf5a860c7" providerId="LiveId" clId="{13446DB1-6554-455C-8739-3CC2FCB4BE3E}" dt="2025-07-03T12:56:14.230" v="424" actId="26606"/>
          <ac:spMkLst>
            <pc:docMk/>
            <pc:sldMk cId="4035814427" sldId="273"/>
            <ac:spMk id="20487" creationId="{BFDC535F-AC0A-417D-96AB-6706BECACD95}"/>
          </ac:spMkLst>
        </pc:spChg>
        <pc:spChg chg="add">
          <ac:chgData name="Osvaldo Luiz Santos Pereira" userId="c308351cf5a860c7" providerId="LiveId" clId="{13446DB1-6554-455C-8739-3CC2FCB4BE3E}" dt="2025-07-03T12:56:37.965" v="431" actId="26606"/>
          <ac:spMkLst>
            <pc:docMk/>
            <pc:sldMk cId="4035814427" sldId="273"/>
            <ac:spMk id="20488" creationId="{7DD6C4F3-70FD-4F13-919C-702EE4886499}"/>
          </ac:spMkLst>
        </pc:spChg>
        <pc:spChg chg="add del">
          <ac:chgData name="Osvaldo Luiz Santos Pereira" userId="c308351cf5a860c7" providerId="LiveId" clId="{13446DB1-6554-455C-8739-3CC2FCB4BE3E}" dt="2025-07-03T12:56:14.230" v="424" actId="26606"/>
          <ac:spMkLst>
            <pc:docMk/>
            <pc:sldMk cId="4035814427" sldId="273"/>
            <ac:spMk id="20489" creationId="{97AAAF8E-31DB-4148-8FCA-4D8233D691C6}"/>
          </ac:spMkLst>
        </pc:spChg>
        <pc:spChg chg="add del">
          <ac:chgData name="Osvaldo Luiz Santos Pereira" userId="c308351cf5a860c7" providerId="LiveId" clId="{13446DB1-6554-455C-8739-3CC2FCB4BE3E}" dt="2025-07-03T12:56:14.230" v="424" actId="26606"/>
          <ac:spMkLst>
            <pc:docMk/>
            <pc:sldMk cId="4035814427" sldId="273"/>
            <ac:spMk id="20491" creationId="{AA274328-4774-4DF9-BA53-452565122FBB}"/>
          </ac:spMkLst>
        </pc:spChg>
        <pc:spChg chg="add del">
          <ac:chgData name="Osvaldo Luiz Santos Pereira" userId="c308351cf5a860c7" providerId="LiveId" clId="{13446DB1-6554-455C-8739-3CC2FCB4BE3E}" dt="2025-07-03T12:56:14.230" v="424" actId="26606"/>
          <ac:spMkLst>
            <pc:docMk/>
            <pc:sldMk cId="4035814427" sldId="273"/>
            <ac:spMk id="20493" creationId="{01C7B46D-2FEF-4FAA-915B-8B21A66BB647}"/>
          </ac:spMkLst>
        </pc:spChg>
        <pc:spChg chg="add del">
          <ac:chgData name="Osvaldo Luiz Santos Pereira" userId="c308351cf5a860c7" providerId="LiveId" clId="{13446DB1-6554-455C-8739-3CC2FCB4BE3E}" dt="2025-07-03T12:56:12.781" v="421" actId="26606"/>
          <ac:spMkLst>
            <pc:docMk/>
            <pc:sldMk cId="4035814427" sldId="273"/>
            <ac:spMk id="20498" creationId="{9527FCEA-6143-4C5E-8C45-8AC9237ADE89}"/>
          </ac:spMkLst>
        </pc:spChg>
        <pc:spChg chg="add del">
          <ac:chgData name="Osvaldo Luiz Santos Pereira" userId="c308351cf5a860c7" providerId="LiveId" clId="{13446DB1-6554-455C-8739-3CC2FCB4BE3E}" dt="2025-07-03T12:56:12.781" v="421" actId="26606"/>
          <ac:spMkLst>
            <pc:docMk/>
            <pc:sldMk cId="4035814427" sldId="273"/>
            <ac:spMk id="20500" creationId="{1A9F23AD-7A55-49F3-A3EC-743F47F36B0E}"/>
          </ac:spMkLst>
        </pc:spChg>
        <pc:spChg chg="add del">
          <ac:chgData name="Osvaldo Luiz Santos Pereira" userId="c308351cf5a860c7" providerId="LiveId" clId="{13446DB1-6554-455C-8739-3CC2FCB4BE3E}" dt="2025-07-03T12:56:12.781" v="421" actId="26606"/>
          <ac:spMkLst>
            <pc:docMk/>
            <pc:sldMk cId="4035814427" sldId="273"/>
            <ac:spMk id="20502" creationId="{D7D9F91F-72C9-4DB9-ABD0-A8180D8262D5}"/>
          </ac:spMkLst>
        </pc:spChg>
        <pc:spChg chg="add del">
          <ac:chgData name="Osvaldo Luiz Santos Pereira" userId="c308351cf5a860c7" providerId="LiveId" clId="{13446DB1-6554-455C-8739-3CC2FCB4BE3E}" dt="2025-07-03T12:56:12.781" v="421" actId="26606"/>
          <ac:spMkLst>
            <pc:docMk/>
            <pc:sldMk cId="4035814427" sldId="273"/>
            <ac:spMk id="20504" creationId="{BE016956-CE9F-4946-8834-A8BC3529D0F6}"/>
          </ac:spMkLst>
        </pc:spChg>
        <pc:picChg chg="add mod ord">
          <ac:chgData name="Osvaldo Luiz Santos Pereira" userId="c308351cf5a860c7" providerId="LiveId" clId="{13446DB1-6554-455C-8739-3CC2FCB4BE3E}" dt="2025-07-03T12:56:37.965" v="431" actId="26606"/>
          <ac:picMkLst>
            <pc:docMk/>
            <pc:sldMk cId="4035814427" sldId="273"/>
            <ac:picMk id="2" creationId="{0C2DA16E-2D40-14EE-5BF8-E98590A49200}"/>
          </ac:picMkLst>
        </pc:picChg>
        <pc:picChg chg="add del mod">
          <ac:chgData name="Osvaldo Luiz Santos Pereira" userId="c308351cf5a860c7" providerId="LiveId" clId="{13446DB1-6554-455C-8739-3CC2FCB4BE3E}" dt="2025-07-03T12:46:04.425" v="410" actId="21"/>
          <ac:picMkLst>
            <pc:docMk/>
            <pc:sldMk cId="4035814427" sldId="273"/>
            <ac:picMk id="3" creationId="{A12BDCEC-E0BB-36E6-0E61-10FE8EDA9CCB}"/>
          </ac:picMkLst>
        </pc:picChg>
        <pc:picChg chg="add del mod">
          <ac:chgData name="Osvaldo Luiz Santos Pereira" userId="c308351cf5a860c7" providerId="LiveId" clId="{13446DB1-6554-455C-8739-3CC2FCB4BE3E}" dt="2025-07-03T12:45:52.316" v="406" actId="478"/>
          <ac:picMkLst>
            <pc:docMk/>
            <pc:sldMk cId="4035814427" sldId="273"/>
            <ac:picMk id="4" creationId="{1837C8D3-680A-F095-4FEA-2A5649945421}"/>
          </ac:picMkLst>
        </pc:picChg>
        <pc:picChg chg="add mod">
          <ac:chgData name="Osvaldo Luiz Santos Pereira" userId="c308351cf5a860c7" providerId="LiveId" clId="{13446DB1-6554-455C-8739-3CC2FCB4BE3E}" dt="2025-07-03T12:56:42.055" v="432" actId="27614"/>
          <ac:picMkLst>
            <pc:docMk/>
            <pc:sldMk cId="4035814427" sldId="273"/>
            <ac:picMk id="9" creationId="{51A565CE-EAA0-DA42-208B-F7D511928AA4}"/>
          </ac:picMkLst>
        </pc:picChg>
        <pc:picChg chg="del">
          <ac:chgData name="Osvaldo Luiz Santos Pereira" userId="c308351cf5a860c7" providerId="LiveId" clId="{13446DB1-6554-455C-8739-3CC2FCB4BE3E}" dt="2025-07-03T12:44:43.388" v="397" actId="478"/>
          <ac:picMkLst>
            <pc:docMk/>
            <pc:sldMk cId="4035814427" sldId="273"/>
            <ac:picMk id="8196" creationId="{4927142F-2BDE-4BE8-8CA9-8F51E86713DA}"/>
          </ac:picMkLst>
        </pc:picChg>
        <pc:picChg chg="del">
          <ac:chgData name="Osvaldo Luiz Santos Pereira" userId="c308351cf5a860c7" providerId="LiveId" clId="{13446DB1-6554-455C-8739-3CC2FCB4BE3E}" dt="2025-07-03T12:44:43.388" v="397" actId="478"/>
          <ac:picMkLst>
            <pc:docMk/>
            <pc:sldMk cId="4035814427" sldId="273"/>
            <ac:picMk id="8198" creationId="{0FD53E0F-1610-DDE4-E980-37D6A30A04C4}"/>
          </ac:picMkLst>
        </pc:picChg>
        <pc:picChg chg="del">
          <ac:chgData name="Osvaldo Luiz Santos Pereira" userId="c308351cf5a860c7" providerId="LiveId" clId="{13446DB1-6554-455C-8739-3CC2FCB4BE3E}" dt="2025-07-03T12:44:43.388" v="397" actId="478"/>
          <ac:picMkLst>
            <pc:docMk/>
            <pc:sldMk cId="4035814427" sldId="273"/>
            <ac:picMk id="8200" creationId="{1099D644-4D63-3CB2-11A6-7B203F3D5E34}"/>
          </ac:picMkLst>
        </pc:picChg>
        <pc:picChg chg="add mod ord">
          <ac:chgData name="Osvaldo Luiz Santos Pereira" userId="c308351cf5a860c7" providerId="LiveId" clId="{13446DB1-6554-455C-8739-3CC2FCB4BE3E}" dt="2025-07-03T12:56:37.965" v="431" actId="26606"/>
          <ac:picMkLst>
            <pc:docMk/>
            <pc:sldMk cId="4035814427" sldId="273"/>
            <ac:picMk id="20482" creationId="{80E22DAE-07EE-FBCD-0744-1AF927F0C209}"/>
          </ac:picMkLst>
        </pc:picChg>
        <pc:cxnChg chg="del">
          <ac:chgData name="Osvaldo Luiz Santos Pereira" userId="c308351cf5a860c7" providerId="LiveId" clId="{13446DB1-6554-455C-8739-3CC2FCB4BE3E}" dt="2025-07-03T12:44:40.503" v="396"/>
          <ac:cxnSpMkLst>
            <pc:docMk/>
            <pc:sldMk cId="4035814427" sldId="273"/>
            <ac:cxnSpMk id="8207" creationId="{AD0A14AB-FD28-12D9-AD91-7C65CFC37E0B}"/>
          </ac:cxnSpMkLst>
        </pc:cxnChg>
      </pc:sldChg>
      <pc:sldChg chg="addSp delSp modSp new mod setBg setClrOvrMap">
        <pc:chgData name="Osvaldo Luiz Santos Pereira" userId="c308351cf5a860c7" providerId="LiveId" clId="{13446DB1-6554-455C-8739-3CC2FCB4BE3E}" dt="2025-07-03T13:26:01.730" v="467" actId="1076"/>
        <pc:sldMkLst>
          <pc:docMk/>
          <pc:sldMk cId="1373172977" sldId="274"/>
        </pc:sldMkLst>
        <pc:spChg chg="del">
          <ac:chgData name="Osvaldo Luiz Santos Pereira" userId="c308351cf5a860c7" providerId="LiveId" clId="{13446DB1-6554-455C-8739-3CC2FCB4BE3E}" dt="2025-07-03T13:22:37.198" v="439" actId="478"/>
          <ac:spMkLst>
            <pc:docMk/>
            <pc:sldMk cId="1373172977" sldId="274"/>
            <ac:spMk id="2" creationId="{9F321487-7FA3-2A7D-4C00-64D1CCED0065}"/>
          </ac:spMkLst>
        </pc:spChg>
        <pc:spChg chg="del">
          <ac:chgData name="Osvaldo Luiz Santos Pereira" userId="c308351cf5a860c7" providerId="LiveId" clId="{13446DB1-6554-455C-8739-3CC2FCB4BE3E}" dt="2025-07-03T13:22:37.198" v="439" actId="478"/>
          <ac:spMkLst>
            <pc:docMk/>
            <pc:sldMk cId="1373172977" sldId="274"/>
            <ac:spMk id="3" creationId="{DBF7519D-5ACD-65AB-96EA-67FFDEA54A8D}"/>
          </ac:spMkLst>
        </pc:spChg>
        <pc:spChg chg="add">
          <ac:chgData name="Osvaldo Luiz Santos Pereira" userId="c308351cf5a860c7" providerId="LiveId" clId="{13446DB1-6554-455C-8739-3CC2FCB4BE3E}" dt="2025-07-03T13:25:42.170" v="463" actId="26606"/>
          <ac:spMkLst>
            <pc:docMk/>
            <pc:sldMk cId="1373172977" sldId="274"/>
            <ac:spMk id="21517" creationId="{19E301E5-1206-47D0-9CDF-72583D739089}"/>
          </ac:spMkLst>
        </pc:spChg>
        <pc:spChg chg="add">
          <ac:chgData name="Osvaldo Luiz Santos Pereira" userId="c308351cf5a860c7" providerId="LiveId" clId="{13446DB1-6554-455C-8739-3CC2FCB4BE3E}" dt="2025-07-03T13:25:42.170" v="463" actId="26606"/>
          <ac:spMkLst>
            <pc:docMk/>
            <pc:sldMk cId="1373172977" sldId="274"/>
            <ac:spMk id="21519" creationId="{AFA31FBE-7948-4384-B68A-75DEFDC4955A}"/>
          </ac:spMkLst>
        </pc:spChg>
        <pc:picChg chg="add mod">
          <ac:chgData name="Osvaldo Luiz Santos Pereira" userId="c308351cf5a860c7" providerId="LiveId" clId="{13446DB1-6554-455C-8739-3CC2FCB4BE3E}" dt="2025-07-03T13:26:01.730" v="467" actId="1076"/>
          <ac:picMkLst>
            <pc:docMk/>
            <pc:sldMk cId="1373172977" sldId="274"/>
            <ac:picMk id="5" creationId="{55A4A9AA-036A-5332-CD50-D468833E5C68}"/>
          </ac:picMkLst>
        </pc:picChg>
        <pc:picChg chg="add del">
          <ac:chgData name="Osvaldo Luiz Santos Pereira" userId="c308351cf5a860c7" providerId="LiveId" clId="{13446DB1-6554-455C-8739-3CC2FCB4BE3E}" dt="2025-07-03T13:24:49.086" v="458" actId="478"/>
          <ac:picMkLst>
            <pc:docMk/>
            <pc:sldMk cId="1373172977" sldId="274"/>
            <ac:picMk id="21506" creationId="{4B3CA93E-61F4-9D02-57C6-599847F1F0B4}"/>
          </ac:picMkLst>
        </pc:picChg>
        <pc:picChg chg="add mod ord">
          <ac:chgData name="Osvaldo Luiz Santos Pereira" userId="c308351cf5a860c7" providerId="LiveId" clId="{13446DB1-6554-455C-8739-3CC2FCB4BE3E}" dt="2025-07-03T13:25:42.170" v="463" actId="26606"/>
          <ac:picMkLst>
            <pc:docMk/>
            <pc:sldMk cId="1373172977" sldId="274"/>
            <ac:picMk id="21508" creationId="{C61BC7CC-1E0F-2BA3-4A1E-91A794025B0A}"/>
          </ac:picMkLst>
        </pc:picChg>
        <pc:picChg chg="add mod">
          <ac:chgData name="Osvaldo Luiz Santos Pereira" userId="c308351cf5a860c7" providerId="LiveId" clId="{13446DB1-6554-455C-8739-3CC2FCB4BE3E}" dt="2025-07-03T13:25:42.170" v="463" actId="26606"/>
          <ac:picMkLst>
            <pc:docMk/>
            <pc:sldMk cId="1373172977" sldId="274"/>
            <ac:picMk id="21510" creationId="{CCBE3E55-FD59-0D5A-897C-664C9F529BDB}"/>
          </ac:picMkLst>
        </pc:picChg>
        <pc:picChg chg="add mod">
          <ac:chgData name="Osvaldo Luiz Santos Pereira" userId="c308351cf5a860c7" providerId="LiveId" clId="{13446DB1-6554-455C-8739-3CC2FCB4BE3E}" dt="2025-07-03T13:25:42.170" v="463" actId="26606"/>
          <ac:picMkLst>
            <pc:docMk/>
            <pc:sldMk cId="1373172977" sldId="274"/>
            <ac:picMk id="21512" creationId="{E2505862-60B4-277A-9CAA-AC427F1B10B7}"/>
          </ac:picMkLst>
        </pc:picChg>
      </pc:sldChg>
      <pc:sldChg chg="addSp delSp modSp new mod setBg setClrOvrMap">
        <pc:chgData name="Osvaldo Luiz Santos Pereira" userId="c308351cf5a860c7" providerId="LiveId" clId="{13446DB1-6554-455C-8739-3CC2FCB4BE3E}" dt="2025-07-03T13:24:33.777" v="455" actId="14100"/>
        <pc:sldMkLst>
          <pc:docMk/>
          <pc:sldMk cId="3473510048" sldId="275"/>
        </pc:sldMkLst>
        <pc:spChg chg="del">
          <ac:chgData name="Osvaldo Luiz Santos Pereira" userId="c308351cf5a860c7" providerId="LiveId" clId="{13446DB1-6554-455C-8739-3CC2FCB4BE3E}" dt="2025-07-03T13:23:05.370" v="445" actId="478"/>
          <ac:spMkLst>
            <pc:docMk/>
            <pc:sldMk cId="3473510048" sldId="275"/>
            <ac:spMk id="2" creationId="{D3A6A484-8D91-0FF5-455E-D8D719BA03DC}"/>
          </ac:spMkLst>
        </pc:spChg>
        <pc:spChg chg="del">
          <ac:chgData name="Osvaldo Luiz Santos Pereira" userId="c308351cf5a860c7" providerId="LiveId" clId="{13446DB1-6554-455C-8739-3CC2FCB4BE3E}" dt="2025-07-03T13:23:05.370" v="445" actId="478"/>
          <ac:spMkLst>
            <pc:docMk/>
            <pc:sldMk cId="3473510048" sldId="275"/>
            <ac:spMk id="3" creationId="{7CB7D5CB-7003-DD3E-33F2-8A4FF42230F6}"/>
          </ac:spMkLst>
        </pc:spChg>
        <pc:spChg chg="add">
          <ac:chgData name="Osvaldo Luiz Santos Pereira" userId="c308351cf5a860c7" providerId="LiveId" clId="{13446DB1-6554-455C-8739-3CC2FCB4BE3E}" dt="2025-07-03T13:24:10.862" v="451" actId="26606"/>
          <ac:spMkLst>
            <pc:docMk/>
            <pc:sldMk cId="3473510048" sldId="275"/>
            <ac:spMk id="22539" creationId="{19E301E5-1206-47D0-9CDF-72583D739089}"/>
          </ac:spMkLst>
        </pc:spChg>
        <pc:spChg chg="add">
          <ac:chgData name="Osvaldo Luiz Santos Pereira" userId="c308351cf5a860c7" providerId="LiveId" clId="{13446DB1-6554-455C-8739-3CC2FCB4BE3E}" dt="2025-07-03T13:24:10.862" v="451" actId="26606"/>
          <ac:spMkLst>
            <pc:docMk/>
            <pc:sldMk cId="3473510048" sldId="275"/>
            <ac:spMk id="22541" creationId="{AFA31FBE-7948-4384-B68A-75DEFDC4955A}"/>
          </ac:spMkLst>
        </pc:spChg>
        <pc:picChg chg="add mod">
          <ac:chgData name="Osvaldo Luiz Santos Pereira" userId="c308351cf5a860c7" providerId="LiveId" clId="{13446DB1-6554-455C-8739-3CC2FCB4BE3E}" dt="2025-07-03T13:24:10.862" v="451" actId="26606"/>
          <ac:picMkLst>
            <pc:docMk/>
            <pc:sldMk cId="3473510048" sldId="275"/>
            <ac:picMk id="4" creationId="{A21DCFA6-3F37-A346-65B1-3EFB9ED55270}"/>
          </ac:picMkLst>
        </pc:picChg>
        <pc:picChg chg="add mod">
          <ac:chgData name="Osvaldo Luiz Santos Pereira" userId="c308351cf5a860c7" providerId="LiveId" clId="{13446DB1-6554-455C-8739-3CC2FCB4BE3E}" dt="2025-07-03T13:24:33.777" v="455" actId="14100"/>
          <ac:picMkLst>
            <pc:docMk/>
            <pc:sldMk cId="3473510048" sldId="275"/>
            <ac:picMk id="5" creationId="{AD80D1B2-E362-D080-3A35-B81A7D03174F}"/>
          </ac:picMkLst>
        </pc:picChg>
        <pc:picChg chg="add del">
          <ac:chgData name="Osvaldo Luiz Santos Pereira" userId="c308351cf5a860c7" providerId="LiveId" clId="{13446DB1-6554-455C-8739-3CC2FCB4BE3E}" dt="2025-07-03T13:23:10.826" v="448" actId="478"/>
          <ac:picMkLst>
            <pc:docMk/>
            <pc:sldMk cId="3473510048" sldId="275"/>
            <ac:picMk id="22530" creationId="{40B02C8F-1E2D-E3EC-8AA0-53126BBDD488}"/>
          </ac:picMkLst>
        </pc:picChg>
        <pc:picChg chg="add mod">
          <ac:chgData name="Osvaldo Luiz Santos Pereira" userId="c308351cf5a860c7" providerId="LiveId" clId="{13446DB1-6554-455C-8739-3CC2FCB4BE3E}" dt="2025-07-03T13:24:10.862" v="451" actId="26606"/>
          <ac:picMkLst>
            <pc:docMk/>
            <pc:sldMk cId="3473510048" sldId="275"/>
            <ac:picMk id="22532" creationId="{5B703688-EE93-B254-CBA3-AF2BFC6CDB98}"/>
          </ac:picMkLst>
        </pc:picChg>
        <pc:picChg chg="add mod ord">
          <ac:chgData name="Osvaldo Luiz Santos Pereira" userId="c308351cf5a860c7" providerId="LiveId" clId="{13446DB1-6554-455C-8739-3CC2FCB4BE3E}" dt="2025-07-03T13:24:10.862" v="451" actId="26606"/>
          <ac:picMkLst>
            <pc:docMk/>
            <pc:sldMk cId="3473510048" sldId="275"/>
            <ac:picMk id="22534" creationId="{76F633F8-8E18-1E07-F22B-70A5B9A6089E}"/>
          </ac:picMkLst>
        </pc:picChg>
      </pc:sldChg>
      <pc:sldChg chg="addSp delSp modSp add del mod setBg setClrOvrMap">
        <pc:chgData name="Osvaldo Luiz Santos Pereira" userId="c308351cf5a860c7" providerId="LiveId" clId="{13446DB1-6554-455C-8739-3CC2FCB4BE3E}" dt="2025-07-03T13:42:56.242" v="507" actId="47"/>
        <pc:sldMkLst>
          <pc:docMk/>
          <pc:sldMk cId="413936357" sldId="276"/>
        </pc:sldMkLst>
        <pc:spChg chg="add del">
          <ac:chgData name="Osvaldo Luiz Santos Pereira" userId="c308351cf5a860c7" providerId="LiveId" clId="{13446DB1-6554-455C-8739-3CC2FCB4BE3E}" dt="2025-07-03T13:29:51.398" v="474" actId="26606"/>
          <ac:spMkLst>
            <pc:docMk/>
            <pc:sldMk cId="413936357" sldId="276"/>
            <ac:spMk id="23563" creationId="{19E301E5-1206-47D0-9CDF-72583D739089}"/>
          </ac:spMkLst>
        </pc:spChg>
        <pc:spChg chg="add del">
          <ac:chgData name="Osvaldo Luiz Santos Pereira" userId="c308351cf5a860c7" providerId="LiveId" clId="{13446DB1-6554-455C-8739-3CC2FCB4BE3E}" dt="2025-07-03T13:29:51.398" v="474" actId="26606"/>
          <ac:spMkLst>
            <pc:docMk/>
            <pc:sldMk cId="413936357" sldId="276"/>
            <ac:spMk id="23565" creationId="{AFA31FBE-7948-4384-B68A-75DEFDC4955A}"/>
          </ac:spMkLst>
        </pc:spChg>
        <pc:spChg chg="add del">
          <ac:chgData name="Osvaldo Luiz Santos Pereira" userId="c308351cf5a860c7" providerId="LiveId" clId="{13446DB1-6554-455C-8739-3CC2FCB4BE3E}" dt="2025-07-03T13:30:12.097" v="476" actId="26606"/>
          <ac:spMkLst>
            <pc:docMk/>
            <pc:sldMk cId="413936357" sldId="276"/>
            <ac:spMk id="23567" creationId="{D2B82E2D-5822-450E-85CC-AE5EDD01ECD9}"/>
          </ac:spMkLst>
        </pc:spChg>
        <pc:picChg chg="mod ord">
          <ac:chgData name="Osvaldo Luiz Santos Pereira" userId="c308351cf5a860c7" providerId="LiveId" clId="{13446DB1-6554-455C-8739-3CC2FCB4BE3E}" dt="2025-07-03T13:30:22.345" v="479" actId="14100"/>
          <ac:picMkLst>
            <pc:docMk/>
            <pc:sldMk cId="413936357" sldId="276"/>
            <ac:picMk id="21506" creationId="{B99926EE-576E-6C19-60DC-C20653DC2345}"/>
          </ac:picMkLst>
        </pc:picChg>
        <pc:picChg chg="add mod ord">
          <ac:chgData name="Osvaldo Luiz Santos Pereira" userId="c308351cf5a860c7" providerId="LiveId" clId="{13446DB1-6554-455C-8739-3CC2FCB4BE3E}" dt="2025-07-03T13:30:29.268" v="481" actId="1076"/>
          <ac:picMkLst>
            <pc:docMk/>
            <pc:sldMk cId="413936357" sldId="276"/>
            <ac:picMk id="23554" creationId="{AD5CCEC3-8F34-9994-613F-B24ACFB84E4C}"/>
          </ac:picMkLst>
        </pc:picChg>
        <pc:picChg chg="add del">
          <ac:chgData name="Osvaldo Luiz Santos Pereira" userId="c308351cf5a860c7" providerId="LiveId" clId="{13446DB1-6554-455C-8739-3CC2FCB4BE3E}" dt="2025-07-03T13:29:11.839" v="471" actId="478"/>
          <ac:picMkLst>
            <pc:docMk/>
            <pc:sldMk cId="413936357" sldId="276"/>
            <ac:picMk id="23556" creationId="{C86E4C34-EC85-012B-F06A-4A9BF5F3D2AF}"/>
          </ac:picMkLst>
        </pc:picChg>
        <pc:picChg chg="add mod">
          <ac:chgData name="Osvaldo Luiz Santos Pereira" userId="c308351cf5a860c7" providerId="LiveId" clId="{13446DB1-6554-455C-8739-3CC2FCB4BE3E}" dt="2025-07-03T13:30:15.950" v="477" actId="1076"/>
          <ac:picMkLst>
            <pc:docMk/>
            <pc:sldMk cId="413936357" sldId="276"/>
            <ac:picMk id="23558" creationId="{0A76DE65-C2F4-0277-845A-CDB343BB62C6}"/>
          </ac:picMkLst>
        </pc:picChg>
      </pc:sldChg>
      <pc:sldChg chg="addSp delSp modSp add mod setBg">
        <pc:chgData name="Osvaldo Luiz Santos Pereira" userId="c308351cf5a860c7" providerId="LiveId" clId="{13446DB1-6554-455C-8739-3CC2FCB4BE3E}" dt="2025-07-03T13:33:56.260" v="503" actId="478"/>
        <pc:sldMkLst>
          <pc:docMk/>
          <pc:sldMk cId="3099955215" sldId="277"/>
        </pc:sldMkLst>
        <pc:spChg chg="add del">
          <ac:chgData name="Osvaldo Luiz Santos Pereira" userId="c308351cf5a860c7" providerId="LiveId" clId="{13446DB1-6554-455C-8739-3CC2FCB4BE3E}" dt="2025-07-03T13:33:02.448" v="493" actId="26606"/>
          <ac:spMkLst>
            <pc:docMk/>
            <pc:sldMk cId="3099955215" sldId="277"/>
            <ac:spMk id="23563" creationId="{FABB624F-BF77-4AE1-B71D-2D681D4731B8}"/>
          </ac:spMkLst>
        </pc:spChg>
        <pc:spChg chg="add del">
          <ac:chgData name="Osvaldo Luiz Santos Pereira" userId="c308351cf5a860c7" providerId="LiveId" clId="{13446DB1-6554-455C-8739-3CC2FCB4BE3E}" dt="2025-07-03T13:33:49.228" v="500" actId="26606"/>
          <ac:spMkLst>
            <pc:docMk/>
            <pc:sldMk cId="3099955215" sldId="277"/>
            <ac:spMk id="23568" creationId="{CFE55B3F-4634-4A41-B146-E6251581E807}"/>
          </ac:spMkLst>
        </pc:spChg>
        <pc:spChg chg="add del">
          <ac:chgData name="Osvaldo Luiz Santos Pereira" userId="c308351cf5a860c7" providerId="LiveId" clId="{13446DB1-6554-455C-8739-3CC2FCB4BE3E}" dt="2025-07-03T13:33:49.228" v="500" actId="26606"/>
          <ac:spMkLst>
            <pc:docMk/>
            <pc:sldMk cId="3099955215" sldId="277"/>
            <ac:spMk id="23570" creationId="{5CD271E5-55BF-4266-A3A7-CFCC30518840}"/>
          </ac:spMkLst>
        </pc:spChg>
        <pc:spChg chg="add del">
          <ac:chgData name="Osvaldo Luiz Santos Pereira" userId="c308351cf5a860c7" providerId="LiveId" clId="{13446DB1-6554-455C-8739-3CC2FCB4BE3E}" dt="2025-07-03T13:33:49.228" v="500" actId="26606"/>
          <ac:spMkLst>
            <pc:docMk/>
            <pc:sldMk cId="3099955215" sldId="277"/>
            <ac:spMk id="24583" creationId="{CFE55B3F-4634-4A41-B146-E6251581E807}"/>
          </ac:spMkLst>
        </pc:spChg>
        <pc:spChg chg="add del">
          <ac:chgData name="Osvaldo Luiz Santos Pereira" userId="c308351cf5a860c7" providerId="LiveId" clId="{13446DB1-6554-455C-8739-3CC2FCB4BE3E}" dt="2025-07-03T13:33:49.228" v="500" actId="26606"/>
          <ac:spMkLst>
            <pc:docMk/>
            <pc:sldMk cId="3099955215" sldId="277"/>
            <ac:spMk id="24585" creationId="{5CD271E5-55BF-4266-A3A7-CFCC30518840}"/>
          </ac:spMkLst>
        </pc:spChg>
        <pc:picChg chg="add mod ord">
          <ac:chgData name="Osvaldo Luiz Santos Pereira" userId="c308351cf5a860c7" providerId="LiveId" clId="{13446DB1-6554-455C-8739-3CC2FCB4BE3E}" dt="2025-07-03T13:33:49.228" v="500" actId="26606"/>
          <ac:picMkLst>
            <pc:docMk/>
            <pc:sldMk cId="3099955215" sldId="277"/>
            <ac:picMk id="2" creationId="{2D8E5B40-6423-FCFA-A0FD-EA3DBB754642}"/>
          </ac:picMkLst>
        </pc:picChg>
        <pc:picChg chg="add del mod ord">
          <ac:chgData name="Osvaldo Luiz Santos Pereira" userId="c308351cf5a860c7" providerId="LiveId" clId="{13446DB1-6554-455C-8739-3CC2FCB4BE3E}" dt="2025-07-03T13:33:50.068" v="502" actId="478"/>
          <ac:picMkLst>
            <pc:docMk/>
            <pc:sldMk cId="3099955215" sldId="277"/>
            <ac:picMk id="3" creationId="{78D8FCCF-8A3F-8D96-CB02-263D32324CB3}"/>
          </ac:picMkLst>
        </pc:picChg>
        <pc:picChg chg="del">
          <ac:chgData name="Osvaldo Luiz Santos Pereira" userId="c308351cf5a860c7" providerId="LiveId" clId="{13446DB1-6554-455C-8739-3CC2FCB4BE3E}" dt="2025-07-03T13:30:44.803" v="483" actId="478"/>
          <ac:picMkLst>
            <pc:docMk/>
            <pc:sldMk cId="3099955215" sldId="277"/>
            <ac:picMk id="21506" creationId="{655CBE07-F817-E340-9051-90B3123C9FB0}"/>
          </ac:picMkLst>
        </pc:picChg>
        <pc:picChg chg="del">
          <ac:chgData name="Osvaldo Luiz Santos Pereira" userId="c308351cf5a860c7" providerId="LiveId" clId="{13446DB1-6554-455C-8739-3CC2FCB4BE3E}" dt="2025-07-03T13:30:44.803" v="483" actId="478"/>
          <ac:picMkLst>
            <pc:docMk/>
            <pc:sldMk cId="3099955215" sldId="277"/>
            <ac:picMk id="23554" creationId="{E5FE01F8-D278-436D-DF52-9E2A566F7E19}"/>
          </ac:picMkLst>
        </pc:picChg>
        <pc:picChg chg="mod ord">
          <ac:chgData name="Osvaldo Luiz Santos Pereira" userId="c308351cf5a860c7" providerId="LiveId" clId="{13446DB1-6554-455C-8739-3CC2FCB4BE3E}" dt="2025-07-03T13:33:49.228" v="500" actId="26606"/>
          <ac:picMkLst>
            <pc:docMk/>
            <pc:sldMk cId="3099955215" sldId="277"/>
            <ac:picMk id="23558" creationId="{474621EE-8228-3924-8742-B18E06C39070}"/>
          </ac:picMkLst>
        </pc:picChg>
        <pc:picChg chg="add del mod">
          <ac:chgData name="Osvaldo Luiz Santos Pereira" userId="c308351cf5a860c7" providerId="LiveId" clId="{13446DB1-6554-455C-8739-3CC2FCB4BE3E}" dt="2025-07-03T13:33:56.260" v="503" actId="478"/>
          <ac:picMkLst>
            <pc:docMk/>
            <pc:sldMk cId="3099955215" sldId="277"/>
            <ac:picMk id="24578" creationId="{06BCCDC3-CA11-719F-E95E-C1B294646A63}"/>
          </ac:picMkLst>
        </pc:picChg>
      </pc:sldChg>
      <pc:sldChg chg="delSp new del mod">
        <pc:chgData name="Osvaldo Luiz Santos Pereira" userId="c308351cf5a860c7" providerId="LiveId" clId="{13446DB1-6554-455C-8739-3CC2FCB4BE3E}" dt="2025-07-03T13:38:28.083" v="506" actId="47"/>
        <pc:sldMkLst>
          <pc:docMk/>
          <pc:sldMk cId="2374462542" sldId="278"/>
        </pc:sldMkLst>
        <pc:spChg chg="del">
          <ac:chgData name="Osvaldo Luiz Santos Pereira" userId="c308351cf5a860c7" providerId="LiveId" clId="{13446DB1-6554-455C-8739-3CC2FCB4BE3E}" dt="2025-07-03T13:36:37.649" v="505" actId="478"/>
          <ac:spMkLst>
            <pc:docMk/>
            <pc:sldMk cId="2374462542" sldId="278"/>
            <ac:spMk id="2" creationId="{E0FC9322-D678-1ADB-D6D2-A9E5D37D9A03}"/>
          </ac:spMkLst>
        </pc:spChg>
        <pc:spChg chg="del">
          <ac:chgData name="Osvaldo Luiz Santos Pereira" userId="c308351cf5a860c7" providerId="LiveId" clId="{13446DB1-6554-455C-8739-3CC2FCB4BE3E}" dt="2025-07-03T13:36:37.649" v="505" actId="478"/>
          <ac:spMkLst>
            <pc:docMk/>
            <pc:sldMk cId="2374462542" sldId="278"/>
            <ac:spMk id="3" creationId="{4064FABB-003B-22D7-6488-0E97AACE78A7}"/>
          </ac:spMkLst>
        </pc:spChg>
      </pc:sldChg>
      <pc:sldChg chg="addSp delSp modSp new mod setBg">
        <pc:chgData name="Osvaldo Luiz Santos Pereira" userId="c308351cf5a860c7" providerId="LiveId" clId="{13446DB1-6554-455C-8739-3CC2FCB4BE3E}" dt="2025-07-03T13:48:01.852" v="521" actId="26606"/>
        <pc:sldMkLst>
          <pc:docMk/>
          <pc:sldMk cId="3017148611" sldId="278"/>
        </pc:sldMkLst>
        <pc:spChg chg="del">
          <ac:chgData name="Osvaldo Luiz Santos Pereira" userId="c308351cf5a860c7" providerId="LiveId" clId="{13446DB1-6554-455C-8739-3CC2FCB4BE3E}" dt="2025-07-03T13:43:13.340" v="509" actId="478"/>
          <ac:spMkLst>
            <pc:docMk/>
            <pc:sldMk cId="3017148611" sldId="278"/>
            <ac:spMk id="2" creationId="{D357170A-B7A1-EA6E-2ECD-BE7F13AA239B}"/>
          </ac:spMkLst>
        </pc:spChg>
        <pc:spChg chg="del">
          <ac:chgData name="Osvaldo Luiz Santos Pereira" userId="c308351cf5a860c7" providerId="LiveId" clId="{13446DB1-6554-455C-8739-3CC2FCB4BE3E}" dt="2025-07-03T13:43:13.340" v="509" actId="478"/>
          <ac:spMkLst>
            <pc:docMk/>
            <pc:sldMk cId="3017148611" sldId="278"/>
            <ac:spMk id="3" creationId="{2BB1CA11-E127-CA2E-AEE6-4A9790E5A15E}"/>
          </ac:spMkLst>
        </pc:spChg>
        <pc:spChg chg="add">
          <ac:chgData name="Osvaldo Luiz Santos Pereira" userId="c308351cf5a860c7" providerId="LiveId" clId="{13446DB1-6554-455C-8739-3CC2FCB4BE3E}" dt="2025-07-03T13:48:01.852" v="521" actId="26606"/>
          <ac:spMkLst>
            <pc:docMk/>
            <pc:sldMk cId="3017148611" sldId="278"/>
            <ac:spMk id="25610" creationId="{A169D286-F4D7-4C8B-A6BD-D05384C7F1D8}"/>
          </ac:spMkLst>
        </pc:spChg>
        <pc:spChg chg="add del">
          <ac:chgData name="Osvaldo Luiz Santos Pereira" userId="c308351cf5a860c7" providerId="LiveId" clId="{13446DB1-6554-455C-8739-3CC2FCB4BE3E}" dt="2025-07-03T13:47:11.172" v="514" actId="26606"/>
          <ac:spMkLst>
            <pc:docMk/>
            <pc:sldMk cId="3017148611" sldId="278"/>
            <ac:spMk id="25611" creationId="{CFE55B3F-4634-4A41-B146-E6251581E807}"/>
          </ac:spMkLst>
        </pc:spChg>
        <pc:spChg chg="add del">
          <ac:chgData name="Osvaldo Luiz Santos Pereira" userId="c308351cf5a860c7" providerId="LiveId" clId="{13446DB1-6554-455C-8739-3CC2FCB4BE3E}" dt="2025-07-03T13:47:11.172" v="514" actId="26606"/>
          <ac:spMkLst>
            <pc:docMk/>
            <pc:sldMk cId="3017148611" sldId="278"/>
            <ac:spMk id="25613" creationId="{5CD271E5-55BF-4266-A3A7-CFCC30518840}"/>
          </ac:spMkLst>
        </pc:spChg>
        <pc:spChg chg="add">
          <ac:chgData name="Osvaldo Luiz Santos Pereira" userId="c308351cf5a860c7" providerId="LiveId" clId="{13446DB1-6554-455C-8739-3CC2FCB4BE3E}" dt="2025-07-03T13:48:01.852" v="521" actId="26606"/>
          <ac:spMkLst>
            <pc:docMk/>
            <pc:sldMk cId="3017148611" sldId="278"/>
            <ac:spMk id="25615" creationId="{39E8235E-135E-4261-8F54-2B316E493C42}"/>
          </ac:spMkLst>
        </pc:spChg>
        <pc:spChg chg="add">
          <ac:chgData name="Osvaldo Luiz Santos Pereira" userId="c308351cf5a860c7" providerId="LiveId" clId="{13446DB1-6554-455C-8739-3CC2FCB4BE3E}" dt="2025-07-03T13:48:01.852" v="521" actId="26606"/>
          <ac:spMkLst>
            <pc:docMk/>
            <pc:sldMk cId="3017148611" sldId="278"/>
            <ac:spMk id="25617" creationId="{D4ED8EC3-4D57-4620-93CE-4E6661F09A3E}"/>
          </ac:spMkLst>
        </pc:spChg>
        <pc:spChg chg="add">
          <ac:chgData name="Osvaldo Luiz Santos Pereira" userId="c308351cf5a860c7" providerId="LiveId" clId="{13446DB1-6554-455C-8739-3CC2FCB4BE3E}" dt="2025-07-03T13:48:01.852" v="521" actId="26606"/>
          <ac:spMkLst>
            <pc:docMk/>
            <pc:sldMk cId="3017148611" sldId="278"/>
            <ac:spMk id="25619" creationId="{83BCB34A-2F40-4F41-8488-A134C1C155B7}"/>
          </ac:spMkLst>
        </pc:spChg>
        <pc:spChg chg="add">
          <ac:chgData name="Osvaldo Luiz Santos Pereira" userId="c308351cf5a860c7" providerId="LiveId" clId="{13446DB1-6554-455C-8739-3CC2FCB4BE3E}" dt="2025-07-03T13:48:01.852" v="521" actId="26606"/>
          <ac:spMkLst>
            <pc:docMk/>
            <pc:sldMk cId="3017148611" sldId="278"/>
            <ac:spMk id="25621" creationId="{F78382DC-4207-465E-B379-1E16448AA222}"/>
          </ac:spMkLst>
        </pc:spChg>
        <pc:picChg chg="add del mod ord">
          <ac:chgData name="Osvaldo Luiz Santos Pereira" userId="c308351cf5a860c7" providerId="LiveId" clId="{13446DB1-6554-455C-8739-3CC2FCB4BE3E}" dt="2025-07-03T13:47:28.884" v="518" actId="478"/>
          <ac:picMkLst>
            <pc:docMk/>
            <pc:sldMk cId="3017148611" sldId="278"/>
            <ac:picMk id="25602" creationId="{A318BD4B-B691-EE18-B359-6BD6BB02CE95}"/>
          </ac:picMkLst>
        </pc:picChg>
        <pc:picChg chg="add del mod">
          <ac:chgData name="Osvaldo Luiz Santos Pereira" userId="c308351cf5a860c7" providerId="LiveId" clId="{13446DB1-6554-455C-8739-3CC2FCB4BE3E}" dt="2025-07-03T13:47:48.617" v="520" actId="21"/>
          <ac:picMkLst>
            <pc:docMk/>
            <pc:sldMk cId="3017148611" sldId="278"/>
            <ac:picMk id="25604" creationId="{422738AB-1895-D4A2-D69D-B42B7D41BB06}"/>
          </ac:picMkLst>
        </pc:picChg>
        <pc:picChg chg="add mod ord">
          <ac:chgData name="Osvaldo Luiz Santos Pereira" userId="c308351cf5a860c7" providerId="LiveId" clId="{13446DB1-6554-455C-8739-3CC2FCB4BE3E}" dt="2025-07-03T13:48:01.852" v="521" actId="26606"/>
          <ac:picMkLst>
            <pc:docMk/>
            <pc:sldMk cId="3017148611" sldId="278"/>
            <ac:picMk id="25606" creationId="{8ED25498-8CB9-019B-9C5A-5FC05C8D0077}"/>
          </ac:picMkLst>
        </pc:picChg>
        <pc:picChg chg="add mod">
          <ac:chgData name="Osvaldo Luiz Santos Pereira" userId="c308351cf5a860c7" providerId="LiveId" clId="{13446DB1-6554-455C-8739-3CC2FCB4BE3E}" dt="2025-07-03T13:48:01.852" v="521" actId="26606"/>
          <ac:picMkLst>
            <pc:docMk/>
            <pc:sldMk cId="3017148611" sldId="278"/>
            <ac:picMk id="25608" creationId="{E2A3F836-E661-597E-1865-B456FCDA1214}"/>
          </ac:picMkLst>
        </pc:picChg>
      </pc:sldChg>
      <pc:sldChg chg="delSp new del mod">
        <pc:chgData name="Osvaldo Luiz Santos Pereira" userId="c308351cf5a860c7" providerId="LiveId" clId="{13446DB1-6554-455C-8739-3CC2FCB4BE3E}" dt="2025-07-03T13:55:06.054" v="525" actId="47"/>
        <pc:sldMkLst>
          <pc:docMk/>
          <pc:sldMk cId="526469996" sldId="279"/>
        </pc:sldMkLst>
        <pc:spChg chg="del">
          <ac:chgData name="Osvaldo Luiz Santos Pereira" userId="c308351cf5a860c7" providerId="LiveId" clId="{13446DB1-6554-455C-8739-3CC2FCB4BE3E}" dt="2025-07-03T13:48:16.419" v="523" actId="478"/>
          <ac:spMkLst>
            <pc:docMk/>
            <pc:sldMk cId="526469996" sldId="279"/>
            <ac:spMk id="2" creationId="{0D8D8F16-5A9C-B248-DC75-4A62B7C18BF5}"/>
          </ac:spMkLst>
        </pc:spChg>
        <pc:spChg chg="del">
          <ac:chgData name="Osvaldo Luiz Santos Pereira" userId="c308351cf5a860c7" providerId="LiveId" clId="{13446DB1-6554-455C-8739-3CC2FCB4BE3E}" dt="2025-07-03T13:48:16.419" v="523" actId="478"/>
          <ac:spMkLst>
            <pc:docMk/>
            <pc:sldMk cId="526469996" sldId="279"/>
            <ac:spMk id="3" creationId="{D40D6990-4F91-E1B3-7AB6-7F2B80087F0D}"/>
          </ac:spMkLst>
        </pc:spChg>
      </pc:sldChg>
      <pc:sldChg chg="addSp delSp modSp add mod ord setBg">
        <pc:chgData name="Osvaldo Luiz Santos Pereira" userId="c308351cf5a860c7" providerId="LiveId" clId="{13446DB1-6554-455C-8739-3CC2FCB4BE3E}" dt="2025-07-03T14:04:06.978" v="536" actId="27614"/>
        <pc:sldMkLst>
          <pc:docMk/>
          <pc:sldMk cId="995975726" sldId="280"/>
        </pc:sldMkLst>
        <pc:spChg chg="add">
          <ac:chgData name="Osvaldo Luiz Santos Pereira" userId="c308351cf5a860c7" providerId="LiveId" clId="{13446DB1-6554-455C-8739-3CC2FCB4BE3E}" dt="2025-07-03T14:03:57.211" v="535" actId="26606"/>
          <ac:spMkLst>
            <pc:docMk/>
            <pc:sldMk cId="995975726" sldId="280"/>
            <ac:spMk id="26631" creationId="{4F7B9026-36AD-42E4-B172-8D68F3A339B4}"/>
          </ac:spMkLst>
        </pc:spChg>
        <pc:picChg chg="add del mod">
          <ac:chgData name="Osvaldo Luiz Santos Pereira" userId="c308351cf5a860c7" providerId="LiveId" clId="{13446DB1-6554-455C-8739-3CC2FCB4BE3E}" dt="2025-07-03T14:03:38.807" v="533" actId="478"/>
          <ac:picMkLst>
            <pc:docMk/>
            <pc:sldMk cId="995975726" sldId="280"/>
            <ac:picMk id="2" creationId="{5E26791B-6764-AC78-C7D7-64C5A1213CC4}"/>
          </ac:picMkLst>
        </pc:picChg>
        <pc:picChg chg="add mod">
          <ac:chgData name="Osvaldo Luiz Santos Pereira" userId="c308351cf5a860c7" providerId="LiveId" clId="{13446DB1-6554-455C-8739-3CC2FCB4BE3E}" dt="2025-07-03T14:04:06.978" v="536" actId="27614"/>
          <ac:picMkLst>
            <pc:docMk/>
            <pc:sldMk cId="995975726" sldId="280"/>
            <ac:picMk id="3" creationId="{B0AD1578-9BEA-4493-E470-531FDBBA011A}"/>
          </ac:picMkLst>
        </pc:picChg>
        <pc:picChg chg="add mod">
          <ac:chgData name="Osvaldo Luiz Santos Pereira" userId="c308351cf5a860c7" providerId="LiveId" clId="{13446DB1-6554-455C-8739-3CC2FCB4BE3E}" dt="2025-07-03T14:03:57.211" v="535" actId="26606"/>
          <ac:picMkLst>
            <pc:docMk/>
            <pc:sldMk cId="995975726" sldId="280"/>
            <ac:picMk id="4" creationId="{38AEBD88-2780-95D0-FF3D-33C1E14BEAE8}"/>
          </ac:picMkLst>
        </pc:picChg>
        <pc:picChg chg="add mod ord">
          <ac:chgData name="Osvaldo Luiz Santos Pereira" userId="c308351cf5a860c7" providerId="LiveId" clId="{13446DB1-6554-455C-8739-3CC2FCB4BE3E}" dt="2025-07-03T14:03:57.211" v="535" actId="26606"/>
          <ac:picMkLst>
            <pc:docMk/>
            <pc:sldMk cId="995975726" sldId="280"/>
            <ac:picMk id="26626" creationId="{79AABAEF-0E7F-8E43-4B26-F2CFA80C0CAE}"/>
          </ac:picMkLst>
        </pc:picChg>
      </pc:sldChg>
      <pc:sldChg chg="add mod modShow">
        <pc:chgData name="Osvaldo Luiz Santos Pereira" userId="c308351cf5a860c7" providerId="LiveId" clId="{13446DB1-6554-455C-8739-3CC2FCB4BE3E}" dt="2025-07-03T14:18:50.661" v="538" actId="729"/>
        <pc:sldMkLst>
          <pc:docMk/>
          <pc:sldMk cId="2841025536" sldId="29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AA59CC2-F05D-EF94-A09C-9CE2E9A4D0E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32AF7272-8FC7-AA66-7982-030088C80C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CE2057C7-5833-52C6-4C09-27D81DE3ADDD}"/>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5" name="Espaço Reservado para Rodapé 4">
            <a:extLst>
              <a:ext uri="{FF2B5EF4-FFF2-40B4-BE49-F238E27FC236}">
                <a16:creationId xmlns:a16="http://schemas.microsoft.com/office/drawing/2014/main" id="{BD171C09-F197-B385-4275-11266D31A88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1602FF0-A4DF-2107-9005-83D482C92694}"/>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2473124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8C18CB-9F5F-51B7-D3AC-02C00C20A282}"/>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D3EEB01-4B1B-A409-7EEB-5B42F02F4355}"/>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1C97732-7442-6248-F3EC-F9E7684C3314}"/>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5" name="Espaço Reservado para Rodapé 4">
            <a:extLst>
              <a:ext uri="{FF2B5EF4-FFF2-40B4-BE49-F238E27FC236}">
                <a16:creationId xmlns:a16="http://schemas.microsoft.com/office/drawing/2014/main" id="{C81DE8E0-1071-34CA-E09C-142B2C5A5035}"/>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D03B031-6406-BA18-3EC8-0941068E944E}"/>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25204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BF76D0-B915-ED70-5ED3-CC6A27EE459E}"/>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B64556B8-2A9F-294F-38F8-2D34BC7C11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336E990C-3D53-3021-BA1B-55F3ECB54738}"/>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5" name="Espaço Reservado para Rodapé 4">
            <a:extLst>
              <a:ext uri="{FF2B5EF4-FFF2-40B4-BE49-F238E27FC236}">
                <a16:creationId xmlns:a16="http://schemas.microsoft.com/office/drawing/2014/main" id="{2B47AC80-C169-AF3F-482E-69EC0DD8E82B}"/>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D0B33763-AF84-A360-0715-06308EDAA475}"/>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2001499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619C4-0A15-C85A-3314-9F3CE4A2CCA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409B63C-E188-1021-91E6-1881294B2F33}"/>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6246284B-9286-1C06-C291-E56B827D66B5}"/>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717FF2-BA80-4255-4717-D50EEC9CFE4E}"/>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6" name="Espaço Reservado para Rodapé 5">
            <a:extLst>
              <a:ext uri="{FF2B5EF4-FFF2-40B4-BE49-F238E27FC236}">
                <a16:creationId xmlns:a16="http://schemas.microsoft.com/office/drawing/2014/main" id="{4AC8DB30-22D4-555A-4ABA-99AD8151C0A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2FE244CB-15A2-C221-EE2A-82364A43269A}"/>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3015240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CC20BE-019F-F803-6003-9E8390D3445F}"/>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3EC3439F-3466-A37F-6FD6-A2B7953855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6BC7FA48-F670-4424-5CAB-A324C235A8A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99EB184-69FA-5DB2-0379-3A04BAA0D6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90DCC13A-2A30-46EE-F90B-3C4C63481EC9}"/>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B326387F-A037-5838-6AB3-F6F656EB43ED}"/>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8" name="Espaço Reservado para Rodapé 7">
            <a:extLst>
              <a:ext uri="{FF2B5EF4-FFF2-40B4-BE49-F238E27FC236}">
                <a16:creationId xmlns:a16="http://schemas.microsoft.com/office/drawing/2014/main" id="{93F776F6-1F0E-5184-C9C1-94DDC6268EB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ADE4775C-BA24-EAAB-4075-6C2A7F2F0857}"/>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344279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FF38DF-1E2F-6416-9165-A27A023FC47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97B5F4AA-1B0C-12A1-C100-66F5796A760E}"/>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4" name="Espaço Reservado para Rodapé 3">
            <a:extLst>
              <a:ext uri="{FF2B5EF4-FFF2-40B4-BE49-F238E27FC236}">
                <a16:creationId xmlns:a16="http://schemas.microsoft.com/office/drawing/2014/main" id="{7B6F2BE3-F4C5-E82F-18FE-92F0730D91C1}"/>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C7968A34-DA5B-4846-D42F-1095A38E6424}"/>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186355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A9522E1-F2A2-89CA-9249-BA99BFE20ACD}"/>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3" name="Espaço Reservado para Rodapé 2">
            <a:extLst>
              <a:ext uri="{FF2B5EF4-FFF2-40B4-BE49-F238E27FC236}">
                <a16:creationId xmlns:a16="http://schemas.microsoft.com/office/drawing/2014/main" id="{402B581F-4FBE-D850-DE33-CEF573C1312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38CD4F6-F83C-58F1-5DAD-5FE976A47942}"/>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2074376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216D89-BF25-BCF8-9EBA-CA2E4EAF32E1}"/>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7007F5A-D74A-8C65-B06B-A4D997264E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E769F827-B132-49B1-E1DC-5343D8C1E9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A16F622C-5B4C-0223-6920-350709DD0BD2}"/>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6" name="Espaço Reservado para Rodapé 5">
            <a:extLst>
              <a:ext uri="{FF2B5EF4-FFF2-40B4-BE49-F238E27FC236}">
                <a16:creationId xmlns:a16="http://schemas.microsoft.com/office/drawing/2014/main" id="{091713A4-7BD9-6074-4981-06650BC5284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375212C-1165-4B7C-87F3-D1AB78198165}"/>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1946957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FAD97F-AA61-C1C5-136C-95A7FBF24634}"/>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86B537D-7DA0-2AE2-1881-5A5AE66975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F3AAA602-DC50-CDB2-33AC-03AFF91C8B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EF7B441-EA5D-4521-BC1F-3BCFDF72BD15}"/>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6" name="Espaço Reservado para Rodapé 5">
            <a:extLst>
              <a:ext uri="{FF2B5EF4-FFF2-40B4-BE49-F238E27FC236}">
                <a16:creationId xmlns:a16="http://schemas.microsoft.com/office/drawing/2014/main" id="{63B82779-2FC5-8123-D17E-67E5833F8FA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279F52C-10B6-B49F-D6B9-CE23C184AC66}"/>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40018441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4C878-C4EE-0BBF-5203-6C6C3DA13759}"/>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E789F57F-77E4-0D61-0D89-DD2A059F75D9}"/>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BC38897-16F6-9EC6-A487-EC1DB9573C8A}"/>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5" name="Espaço Reservado para Rodapé 4">
            <a:extLst>
              <a:ext uri="{FF2B5EF4-FFF2-40B4-BE49-F238E27FC236}">
                <a16:creationId xmlns:a16="http://schemas.microsoft.com/office/drawing/2014/main" id="{CFFD12C9-5B41-D0CD-60AF-09FA70C3013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45713473-56D7-6255-C5E1-2DFC62EFD9B8}"/>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3896340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A993B8C-186C-46EA-0DE3-5169698AAC85}"/>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389DB87B-53DA-9646-6638-4EAB4A472598}"/>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ED505270-146C-30E4-B5F9-BE97539E8D9B}"/>
              </a:ext>
            </a:extLst>
          </p:cNvPr>
          <p:cNvSpPr>
            <a:spLocks noGrp="1"/>
          </p:cNvSpPr>
          <p:nvPr>
            <p:ph type="dt" sz="half" idx="10"/>
          </p:nvPr>
        </p:nvSpPr>
        <p:spPr/>
        <p:txBody>
          <a:bodyPr/>
          <a:lstStyle/>
          <a:p>
            <a:fld id="{C3598771-DCA6-4864-92F4-272A26AADE14}" type="datetimeFigureOut">
              <a:rPr lang="pt-BR" smtClean="0"/>
              <a:t>02/07/2025</a:t>
            </a:fld>
            <a:endParaRPr lang="pt-BR"/>
          </a:p>
        </p:txBody>
      </p:sp>
      <p:sp>
        <p:nvSpPr>
          <p:cNvPr id="5" name="Espaço Reservado para Rodapé 4">
            <a:extLst>
              <a:ext uri="{FF2B5EF4-FFF2-40B4-BE49-F238E27FC236}">
                <a16:creationId xmlns:a16="http://schemas.microsoft.com/office/drawing/2014/main" id="{1BC1CCD4-07D5-5B76-18D3-175FB15C93E4}"/>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BBECB3D-88A0-A05D-418A-4F7BCF3EB34E}"/>
              </a:ext>
            </a:extLst>
          </p:cNvPr>
          <p:cNvSpPr>
            <a:spLocks noGrp="1"/>
          </p:cNvSpPr>
          <p:nvPr>
            <p:ph type="sldNum" sz="quarter" idx="12"/>
          </p:nvPr>
        </p:nvSpPr>
        <p:spPr/>
        <p:txBody>
          <a:bodyPr/>
          <a:lstStyle/>
          <a:p>
            <a:fld id="{8C3D8BA2-75CC-41FA-9892-5097D75250B1}" type="slidenum">
              <a:rPr lang="pt-BR" smtClean="0"/>
              <a:t>‹nº›</a:t>
            </a:fld>
            <a:endParaRPr lang="pt-BR"/>
          </a:p>
        </p:txBody>
      </p:sp>
    </p:spTree>
    <p:extLst>
      <p:ext uri="{BB962C8B-B14F-4D97-AF65-F5344CB8AC3E}">
        <p14:creationId xmlns:p14="http://schemas.microsoft.com/office/powerpoint/2010/main" val="1548534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0A6FA90A-11A6-5E0B-F050-4D36ACFD1E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936620A1-0A43-7CF6-DA93-643858D988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D4B78E2-9DCB-BDC1-EDE2-4E7BC75BE6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598771-DCA6-4864-92F4-272A26AADE14}" type="datetimeFigureOut">
              <a:rPr lang="pt-BR" smtClean="0"/>
              <a:t>02/07/2025</a:t>
            </a:fld>
            <a:endParaRPr lang="pt-BR"/>
          </a:p>
        </p:txBody>
      </p:sp>
      <p:sp>
        <p:nvSpPr>
          <p:cNvPr id="5" name="Espaço Reservado para Rodapé 4">
            <a:extLst>
              <a:ext uri="{FF2B5EF4-FFF2-40B4-BE49-F238E27FC236}">
                <a16:creationId xmlns:a16="http://schemas.microsoft.com/office/drawing/2014/main" id="{2A025BB4-51BF-9B84-3F0A-7BD2F0B408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42ED7AB2-B0DC-2A85-BBD1-62AA104EA9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C3D8BA2-75CC-41FA-9892-5097D75250B1}" type="slidenum">
              <a:rPr lang="pt-BR" smtClean="0"/>
              <a:t>‹nº›</a:t>
            </a:fld>
            <a:endParaRPr lang="pt-BR"/>
          </a:p>
        </p:txBody>
      </p:sp>
    </p:spTree>
    <p:extLst>
      <p:ext uri="{BB962C8B-B14F-4D97-AF65-F5344CB8AC3E}">
        <p14:creationId xmlns:p14="http://schemas.microsoft.com/office/powerpoint/2010/main" val="30491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gif"/></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 Id="rId4" Type="http://schemas.openxmlformats.org/officeDocument/2006/relationships/image" Target="../media/image38.jpeg"/></Relationships>
</file>

<file path=ppt/slides/_rels/slide1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jpeg"/></Relationships>
</file>

<file path=ppt/slides/_rels/slide1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jpeg"/></Relationships>
</file>

<file path=ppt/slides/_rels/slide1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7.jpeg"/><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0.jpeg"/></Relationships>
</file>

<file path=ppt/slides/_rels/slide1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300" name="Rectangle 12299">
            <a:extLst>
              <a:ext uri="{FF2B5EF4-FFF2-40B4-BE49-F238E27FC236}">
                <a16:creationId xmlns:a16="http://schemas.microsoft.com/office/drawing/2014/main" id="{B78EDDD3-C548-48EF-B3CA-B290B1719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32" name="Picture 8" descr="Pictures of Ernst Stueckelberg - MacTutor History of Mathematics">
            <a:extLst>
              <a:ext uri="{FF2B5EF4-FFF2-40B4-BE49-F238E27FC236}">
                <a16:creationId xmlns:a16="http://schemas.microsoft.com/office/drawing/2014/main" id="{1AF14BB9-144E-3F96-473A-1078A21A12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259" r="8259" b="-1"/>
          <a:stretch>
            <a:fillRect/>
          </a:stretch>
        </p:blipFill>
        <p:spPr bwMode="auto">
          <a:xfrm>
            <a:off x="196731" y="166533"/>
            <a:ext cx="3809612" cy="6524936"/>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a:extLst>
              <a:ext uri="{FF2B5EF4-FFF2-40B4-BE49-F238E27FC236}">
                <a16:creationId xmlns:a16="http://schemas.microsoft.com/office/drawing/2014/main" id="{31D8EBEE-C263-38B8-C05A-47005A16C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531" r="8274" b="-2"/>
          <a:stretch>
            <a:fillRect/>
          </a:stretch>
        </p:blipFill>
        <p:spPr bwMode="auto">
          <a:xfrm>
            <a:off x="4196497" y="166533"/>
            <a:ext cx="3797618" cy="65249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e's not so easily stopped uttering his prophecies&quot; - Tankar">
            <a:extLst>
              <a:ext uri="{FF2B5EF4-FFF2-40B4-BE49-F238E27FC236}">
                <a16:creationId xmlns:a16="http://schemas.microsoft.com/office/drawing/2014/main" id="{48CE6403-F875-5D57-1B38-4025BE8F90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920" r="15348" b="3"/>
          <a:stretch>
            <a:fillRect/>
          </a:stretch>
        </p:blipFill>
        <p:spPr bwMode="auto">
          <a:xfrm>
            <a:off x="8183346" y="166533"/>
            <a:ext cx="3822808" cy="31606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aron Ernst Stueckelberg, the most brilliant scientist you have never heard  of.” Physicist and mathematician Ernst Stueckelberg was responsible for  some of the greatest developments in theoretical physics in the last  century.">
            <a:extLst>
              <a:ext uri="{FF2B5EF4-FFF2-40B4-BE49-F238E27FC236}">
                <a16:creationId xmlns:a16="http://schemas.microsoft.com/office/drawing/2014/main" id="{47AC87AC-E19A-B686-CBA6-386541C7EE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6739" b="26880"/>
          <a:stretch>
            <a:fillRect/>
          </a:stretch>
        </p:blipFill>
        <p:spPr bwMode="auto">
          <a:xfrm>
            <a:off x="8183346" y="3506741"/>
            <a:ext cx="3822808" cy="3184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3655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15380" name="Rectangle 15379">
            <a:extLst>
              <a:ext uri="{FF2B5EF4-FFF2-40B4-BE49-F238E27FC236}">
                <a16:creationId xmlns:a16="http://schemas.microsoft.com/office/drawing/2014/main" id="{19E301E5-1206-47D0-9CDF-72583D73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82" name="Rectangle 15381">
            <a:extLst>
              <a:ext uri="{FF2B5EF4-FFF2-40B4-BE49-F238E27FC236}">
                <a16:creationId xmlns:a16="http://schemas.microsoft.com/office/drawing/2014/main" id="{AFA31FBE-7948-4384-B68A-75DEFDC49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4" name="Picture 4" descr="Mathematics | Southern University Shreveport Louisiana">
            <a:extLst>
              <a:ext uri="{FF2B5EF4-FFF2-40B4-BE49-F238E27FC236}">
                <a16:creationId xmlns:a16="http://schemas.microsoft.com/office/drawing/2014/main" id="{087DBC69-E7FF-882D-FFB0-2A4543A3B2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93" r="693" b="-1"/>
          <a:stretch>
            <a:fillRect/>
          </a:stretch>
        </p:blipFill>
        <p:spPr bwMode="auto">
          <a:xfrm>
            <a:off x="641276" y="643467"/>
            <a:ext cx="4013020" cy="27025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Explore the enchanting adventures of Baron Munchausen | The Adventures of  Baron Munchausen (1988)">
            <a:extLst>
              <a:ext uri="{FF2B5EF4-FFF2-40B4-BE49-F238E27FC236}">
                <a16:creationId xmlns:a16="http://schemas.microsoft.com/office/drawing/2014/main" id="{0493796B-EC20-697F-D90D-2BC9AF927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52" r="15049" b="3"/>
          <a:stretch>
            <a:fillRect/>
          </a:stretch>
        </p:blipFill>
        <p:spPr bwMode="auto">
          <a:xfrm>
            <a:off x="643467" y="3509433"/>
            <a:ext cx="4010830" cy="2705099"/>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Physics is taught badly because teachers struggle with basic concepts">
            <a:extLst>
              <a:ext uri="{FF2B5EF4-FFF2-40B4-BE49-F238E27FC236}">
                <a16:creationId xmlns:a16="http://schemas.microsoft.com/office/drawing/2014/main" id="{38407338-6C66-235F-01B7-DB6562C0F0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3311" r="-1" b="-1"/>
          <a:stretch>
            <a:fillRect/>
          </a:stretch>
        </p:blipFill>
        <p:spPr bwMode="auto">
          <a:xfrm>
            <a:off x="4812633" y="643467"/>
            <a:ext cx="6735900" cy="55710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655049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D401A4-54B9-1BEC-EE1D-D8CE980AEB78}"/>
            </a:ext>
          </a:extLst>
        </p:cNvPr>
        <p:cNvGrpSpPr/>
        <p:nvPr/>
      </p:nvGrpSpPr>
      <p:grpSpPr>
        <a:xfrm>
          <a:off x="0" y="0"/>
          <a:ext cx="0" cy="0"/>
          <a:chOff x="0" y="0"/>
          <a:chExt cx="0" cy="0"/>
        </a:xfrm>
      </p:grpSpPr>
      <p:sp useBgFill="1">
        <p:nvSpPr>
          <p:cNvPr id="12315" name="Rectangle 12300">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17"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323"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324" name="Freeform: Shape 12306">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12" descr="Big Question Mark Stock Illustrations – 3,422 Big Question Mark Stock  Illustrations, Vectors &amp; Clipart - Dreamstime">
            <a:extLst>
              <a:ext uri="{FF2B5EF4-FFF2-40B4-BE49-F238E27FC236}">
                <a16:creationId xmlns:a16="http://schemas.microsoft.com/office/drawing/2014/main" id="{AEB6F2EB-24F4-E6C1-C4EF-8377078ACB0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7376" y="1555414"/>
            <a:ext cx="3343202" cy="2850079"/>
          </a:xfrm>
          <a:prstGeom prst="rect">
            <a:avLst/>
          </a:prstGeom>
          <a:noFill/>
          <a:extLst>
            <a:ext uri="{909E8E84-426E-40DD-AFC4-6F175D3DCCD1}">
              <a14:hiddenFill xmlns:a14="http://schemas.microsoft.com/office/drawing/2010/main">
                <a:solidFill>
                  <a:srgbClr val="FFFFFF"/>
                </a:solidFill>
              </a14:hiddenFill>
            </a:ext>
          </a:extLst>
        </p:spPr>
      </p:pic>
      <p:sp>
        <p:nvSpPr>
          <p:cNvPr id="12325" name="Freeform: Shape 12308">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296" name="Picture 8" descr="Explore the enchanting adventures of Baron Munchausen | The Adventures of  Baron Munchausen (1988)">
            <a:extLst>
              <a:ext uri="{FF2B5EF4-FFF2-40B4-BE49-F238E27FC236}">
                <a16:creationId xmlns:a16="http://schemas.microsoft.com/office/drawing/2014/main" id="{BAD5A212-37FB-AF54-AC41-C225E6563D3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45244" y="2005256"/>
            <a:ext cx="6020730" cy="3386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3731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2C816D-56E8-CC72-1F40-4F191CE7C1B9}"/>
            </a:ext>
          </a:extLst>
        </p:cNvPr>
        <p:cNvGrpSpPr/>
        <p:nvPr/>
      </p:nvGrpSpPr>
      <p:grpSpPr>
        <a:xfrm>
          <a:off x="0" y="0"/>
          <a:ext cx="0" cy="0"/>
          <a:chOff x="0" y="0"/>
          <a:chExt cx="0" cy="0"/>
        </a:xfrm>
      </p:grpSpPr>
      <p:sp useBgFill="1">
        <p:nvSpPr>
          <p:cNvPr id="14345" name="Rectangle 14344">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7"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49"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51" name="Freeform: Shape 14350">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340" name="Picture 4" descr="Red Sign With A Big No Royalty Free SVG, Cliparts, Vectors, and Stock  Illustration. Image 25514260.">
            <a:extLst>
              <a:ext uri="{FF2B5EF4-FFF2-40B4-BE49-F238E27FC236}">
                <a16:creationId xmlns:a16="http://schemas.microsoft.com/office/drawing/2014/main" id="{974B613F-19C0-D079-E29A-D252DF19E18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7376" y="1317211"/>
            <a:ext cx="3343202" cy="3326485"/>
          </a:xfrm>
          <a:prstGeom prst="rect">
            <a:avLst/>
          </a:prstGeom>
          <a:noFill/>
          <a:extLst>
            <a:ext uri="{909E8E84-426E-40DD-AFC4-6F175D3DCCD1}">
              <a14:hiddenFill xmlns:a14="http://schemas.microsoft.com/office/drawing/2010/main">
                <a:solidFill>
                  <a:srgbClr val="FFFFFF"/>
                </a:solidFill>
              </a14:hiddenFill>
            </a:ext>
          </a:extLst>
        </p:spPr>
      </p:pic>
      <p:sp>
        <p:nvSpPr>
          <p:cNvPr id="14353" name="Freeform: Shape 14352">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2296" name="Picture 8" descr="Explore the enchanting adventures of Baron Munchausen | The Adventures of  Baron Munchausen (1988)">
            <a:extLst>
              <a:ext uri="{FF2B5EF4-FFF2-40B4-BE49-F238E27FC236}">
                <a16:creationId xmlns:a16="http://schemas.microsoft.com/office/drawing/2014/main" id="{65994EAD-9B3F-8CBA-F043-FE159160018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45244" y="2005256"/>
            <a:ext cx="6020730" cy="3386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888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10" name="Rectangle 25612">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15"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617"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619" name="Freeform: Shape 25618">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5608" name="Picture 8" descr="E.C.G. Stueckelberg, An Unconventional Figure of Twentieth Century Physics:  Selected Scientific Papers with Commentaries | SpringerLink">
            <a:extLst>
              <a:ext uri="{FF2B5EF4-FFF2-40B4-BE49-F238E27FC236}">
                <a16:creationId xmlns:a16="http://schemas.microsoft.com/office/drawing/2014/main" id="{E2A3F836-E661-597E-1865-B456FCDA12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11383" y="983891"/>
            <a:ext cx="2795188" cy="3993126"/>
          </a:xfrm>
          <a:prstGeom prst="rect">
            <a:avLst/>
          </a:prstGeom>
          <a:noFill/>
          <a:extLst>
            <a:ext uri="{909E8E84-426E-40DD-AFC4-6F175D3DCCD1}">
              <a14:hiddenFill xmlns:a14="http://schemas.microsoft.com/office/drawing/2010/main">
                <a:solidFill>
                  <a:srgbClr val="FFFFFF"/>
                </a:solidFill>
              </a14:hiddenFill>
            </a:ext>
          </a:extLst>
        </p:spPr>
      </p:pic>
      <p:sp>
        <p:nvSpPr>
          <p:cNvPr id="25621" name="Freeform: Shape 25620">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5606" name="Picture 6" descr="Quantum electrodynamics – THE PHYSICS DETECTIVE">
            <a:extLst>
              <a:ext uri="{FF2B5EF4-FFF2-40B4-BE49-F238E27FC236}">
                <a16:creationId xmlns:a16="http://schemas.microsoft.com/office/drawing/2014/main" id="{8ED25498-8CB9-019B-9C5A-5FC05C8D007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45244" y="2374025"/>
            <a:ext cx="6020730" cy="2649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7148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33649A-5E06-CE55-6797-875DF17F1EF2}"/>
            </a:ext>
          </a:extLst>
        </p:cNvPr>
        <p:cNvGrpSpPr/>
        <p:nvPr/>
      </p:nvGrpSpPr>
      <p:grpSpPr>
        <a:xfrm>
          <a:off x="0" y="0"/>
          <a:ext cx="0" cy="0"/>
          <a:chOff x="0" y="0"/>
          <a:chExt cx="0" cy="0"/>
        </a:xfrm>
      </p:grpSpPr>
      <p:sp useBgFill="1">
        <p:nvSpPr>
          <p:cNvPr id="11277" name="Rectangle 11276">
            <a:extLst>
              <a:ext uri="{FF2B5EF4-FFF2-40B4-BE49-F238E27FC236}">
                <a16:creationId xmlns:a16="http://schemas.microsoft.com/office/drawing/2014/main" id="{E6B869D4-1EEF-4B5F-AD70-79AACBAEE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268" name="Picture 4" descr="Ten Reasons to Move to Switzerland - Burke Bros">
            <a:extLst>
              <a:ext uri="{FF2B5EF4-FFF2-40B4-BE49-F238E27FC236}">
                <a16:creationId xmlns:a16="http://schemas.microsoft.com/office/drawing/2014/main" id="{4681C9B9-E56B-211D-E2F9-6B059B5144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179" r="-1" b="-1"/>
          <a:stretch>
            <a:fillRect/>
          </a:stretch>
        </p:blipFill>
        <p:spPr bwMode="auto">
          <a:xfrm>
            <a:off x="-2" y="10"/>
            <a:ext cx="7995504"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1272" name="Picture 8" descr="Switzerland travel guide &amp; inspiration - Lonely Planet | Europe">
            <a:extLst>
              <a:ext uri="{FF2B5EF4-FFF2-40B4-BE49-F238E27FC236}">
                <a16:creationId xmlns:a16="http://schemas.microsoft.com/office/drawing/2014/main" id="{7AE87895-34D6-BE8F-6D6A-6E4ADBC555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5103" r="1" b="1506"/>
          <a:stretch>
            <a:fillRect/>
          </a:stretch>
        </p:blipFill>
        <p:spPr bwMode="auto">
          <a:xfrm>
            <a:off x="8188032" y="10"/>
            <a:ext cx="4003968" cy="2228747"/>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Holidays Central Switzerland - The best travel tips">
            <a:extLst>
              <a:ext uri="{FF2B5EF4-FFF2-40B4-BE49-F238E27FC236}">
                <a16:creationId xmlns:a16="http://schemas.microsoft.com/office/drawing/2014/main" id="{86E4EA04-62B7-6612-A7B5-BCACF6E091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2797" r="1" b="1"/>
          <a:stretch>
            <a:fillRect/>
          </a:stretch>
        </p:blipFill>
        <p:spPr bwMode="auto">
          <a:xfrm>
            <a:off x="8188029" y="2400472"/>
            <a:ext cx="4003969" cy="2057046"/>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Mountains, Valleys and Lakes of Switzerland | Back-Roads Touring">
            <a:extLst>
              <a:ext uri="{FF2B5EF4-FFF2-40B4-BE49-F238E27FC236}">
                <a16:creationId xmlns:a16="http://schemas.microsoft.com/office/drawing/2014/main" id="{2D78BBFD-9C04-300C-ADE6-05D4429F1E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931" r="-1" b="-2"/>
          <a:stretch>
            <a:fillRect/>
          </a:stretch>
        </p:blipFill>
        <p:spPr bwMode="auto">
          <a:xfrm>
            <a:off x="8188029" y="4629229"/>
            <a:ext cx="4003969" cy="2228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220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Why isn't an atom's nucleus round? | Live Science">
            <a:extLst>
              <a:ext uri="{FF2B5EF4-FFF2-40B4-BE49-F238E27FC236}">
                <a16:creationId xmlns:a16="http://schemas.microsoft.com/office/drawing/2014/main" id="{79919C69-693F-D488-8125-4C0382DB75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64029"/>
            <a:ext cx="8258628" cy="619397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standard model - Is this list of particles and interactions complete? -  Physics Stack Exchange">
            <a:extLst>
              <a:ext uri="{FF2B5EF4-FFF2-40B4-BE49-F238E27FC236}">
                <a16:creationId xmlns:a16="http://schemas.microsoft.com/office/drawing/2014/main" id="{79244D8A-3CE0-A5AB-4651-3DEEB0FC2A4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58628" y="0"/>
            <a:ext cx="3864429" cy="395338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Exchange Particles">
            <a:extLst>
              <a:ext uri="{FF2B5EF4-FFF2-40B4-BE49-F238E27FC236}">
                <a16:creationId xmlns:a16="http://schemas.microsoft.com/office/drawing/2014/main" id="{515FE31D-33F5-2408-2B24-F9FF303E6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8629" y="3888261"/>
            <a:ext cx="3933372" cy="2969740"/>
          </a:xfrm>
          <a:prstGeom prst="rect">
            <a:avLst/>
          </a:prstGeom>
          <a:noFill/>
          <a:extLst>
            <a:ext uri="{909E8E84-426E-40DD-AFC4-6F175D3DCCD1}">
              <a14:hiddenFill xmlns:a14="http://schemas.microsoft.com/office/drawing/2010/main">
                <a:solidFill>
                  <a:srgbClr val="FFFFFF"/>
                </a:solidFill>
              </a14:hiddenFill>
            </a:ext>
          </a:extLst>
        </p:spPr>
      </p:pic>
      <p:sp>
        <p:nvSpPr>
          <p:cNvPr id="5" name="Retângulo 4">
            <a:extLst>
              <a:ext uri="{FF2B5EF4-FFF2-40B4-BE49-F238E27FC236}">
                <a16:creationId xmlns:a16="http://schemas.microsoft.com/office/drawing/2014/main" id="{026A8254-61B6-F3BD-D10E-544CFCCD4D82}"/>
              </a:ext>
            </a:extLst>
          </p:cNvPr>
          <p:cNvSpPr/>
          <p:nvPr/>
        </p:nvSpPr>
        <p:spPr>
          <a:xfrm>
            <a:off x="0" y="0"/>
            <a:ext cx="8258628" cy="66402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7" name="Picture 6" descr="Imagem gerada">
            <a:extLst>
              <a:ext uri="{FF2B5EF4-FFF2-40B4-BE49-F238E27FC236}">
                <a16:creationId xmlns:a16="http://schemas.microsoft.com/office/drawing/2014/main" id="{0344CAF7-9FBF-91F0-3F3C-C5EA3FC0AE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6299" y="664028"/>
            <a:ext cx="2302329" cy="153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34221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47" name="Rectangle 18446">
            <a:extLst>
              <a:ext uri="{FF2B5EF4-FFF2-40B4-BE49-F238E27FC236}">
                <a16:creationId xmlns:a16="http://schemas.microsoft.com/office/drawing/2014/main" id="{FABB624F-BF77-4AE1-B71D-2D681D4731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2" descr="Who Was Wolfgang Ernst Pauli? - ChemistryViews">
            <a:extLst>
              <a:ext uri="{FF2B5EF4-FFF2-40B4-BE49-F238E27FC236}">
                <a16:creationId xmlns:a16="http://schemas.microsoft.com/office/drawing/2014/main" id="{28441227-DA4B-25AA-A51A-D97B8384F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9131"/>
          <a:stretch>
            <a:fillRect/>
          </a:stretch>
        </p:blipFill>
        <p:spPr bwMode="auto">
          <a:xfrm>
            <a:off x="-1" y="10"/>
            <a:ext cx="7370057" cy="6857990"/>
          </a:xfrm>
          <a:prstGeom prst="rect">
            <a:avLst/>
          </a:prstGeom>
          <a:noFill/>
          <a:extLst>
            <a:ext uri="{909E8E84-426E-40DD-AFC4-6F175D3DCCD1}">
              <a14:hiddenFill xmlns:a14="http://schemas.microsoft.com/office/drawing/2010/main">
                <a:solidFill>
                  <a:srgbClr val="FFFFFF"/>
                </a:solidFill>
              </a14:hiddenFill>
            </a:ext>
          </a:extLst>
        </p:spPr>
      </p:pic>
      <p:pic>
        <p:nvPicPr>
          <p:cNvPr id="18442" name="Picture 10" descr="Foto em preto e branco de homem e texto&#10;&#10;O conteúdo gerado por IA pode estar incorreto.">
            <a:extLst>
              <a:ext uri="{FF2B5EF4-FFF2-40B4-BE49-F238E27FC236}">
                <a16:creationId xmlns:a16="http://schemas.microsoft.com/office/drawing/2014/main" id="{03565C1C-653E-16AB-5442-77A5213C69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7106" b="-4"/>
          <a:stretch>
            <a:fillRect/>
          </a:stretch>
        </p:blipFill>
        <p:spPr bwMode="auto">
          <a:xfrm>
            <a:off x="7534656" y="1"/>
            <a:ext cx="4657344" cy="3346704"/>
          </a:xfrm>
          <a:prstGeom prst="rect">
            <a:avLst/>
          </a:prstGeom>
          <a:noFill/>
          <a:extLst>
            <a:ext uri="{909E8E84-426E-40DD-AFC4-6F175D3DCCD1}">
              <a14:hiddenFill xmlns:a14="http://schemas.microsoft.com/office/drawing/2010/main">
                <a:solidFill>
                  <a:srgbClr val="FFFFFF"/>
                </a:solidFill>
              </a14:hiddenFill>
            </a:ext>
          </a:extLst>
        </p:spPr>
      </p:pic>
      <p:pic>
        <p:nvPicPr>
          <p:cNvPr id="18440" name="Picture 8" descr="Foto preta e branca de homem de terno e gravata&#10;&#10;O conteúdo gerado por IA pode estar incorreto.">
            <a:extLst>
              <a:ext uri="{FF2B5EF4-FFF2-40B4-BE49-F238E27FC236}">
                <a16:creationId xmlns:a16="http://schemas.microsoft.com/office/drawing/2014/main" id="{88AC475D-145F-4F65-2A3A-6FDD59C529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7106" b="-4"/>
          <a:stretch>
            <a:fillRect/>
          </a:stretch>
        </p:blipFill>
        <p:spPr bwMode="auto">
          <a:xfrm>
            <a:off x="7534654" y="3511296"/>
            <a:ext cx="4657346" cy="3346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94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EA69D-6286-3F2E-4524-BD353C0E1D91}"/>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36C17ABB-1B81-9552-E2C0-AD3C5727F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15" y="1287284"/>
            <a:ext cx="3204482" cy="4486275"/>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m 2">
            <a:extLst>
              <a:ext uri="{FF2B5EF4-FFF2-40B4-BE49-F238E27FC236}">
                <a16:creationId xmlns:a16="http://schemas.microsoft.com/office/drawing/2014/main" id="{E49DF560-23D8-7DE6-C042-5014F9FAA156}"/>
              </a:ext>
            </a:extLst>
          </p:cNvPr>
          <p:cNvPicPr>
            <a:picLocks noChangeAspect="1"/>
          </p:cNvPicPr>
          <p:nvPr/>
        </p:nvPicPr>
        <p:blipFill>
          <a:blip r:embed="rId3"/>
          <a:stretch>
            <a:fillRect/>
          </a:stretch>
        </p:blipFill>
        <p:spPr>
          <a:xfrm>
            <a:off x="119744" y="0"/>
            <a:ext cx="3295853" cy="1103588"/>
          </a:xfrm>
          <a:prstGeom prst="rect">
            <a:avLst/>
          </a:prstGeom>
        </p:spPr>
      </p:pic>
      <p:pic>
        <p:nvPicPr>
          <p:cNvPr id="4100" name="Picture 4" descr="The Strong Force: NN Interaction - ppt download">
            <a:extLst>
              <a:ext uri="{FF2B5EF4-FFF2-40B4-BE49-F238E27FC236}">
                <a16:creationId xmlns:a16="http://schemas.microsoft.com/office/drawing/2014/main" id="{26F3317A-D185-86A0-E921-51F75EA8CF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6973" y="-1"/>
            <a:ext cx="8665028" cy="6498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9678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FD8998-4D02-13B6-3035-3F1ACEC8E862}"/>
            </a:ext>
          </a:extLst>
        </p:cNvPr>
        <p:cNvGrpSpPr/>
        <p:nvPr/>
      </p:nvGrpSpPr>
      <p:grpSpPr>
        <a:xfrm>
          <a:off x="0" y="0"/>
          <a:ext cx="0" cy="0"/>
          <a:chOff x="0" y="0"/>
          <a:chExt cx="0" cy="0"/>
        </a:xfrm>
      </p:grpSpPr>
      <p:sp>
        <p:nvSpPr>
          <p:cNvPr id="5131" name="Rectangle 5130">
            <a:extLst>
              <a:ext uri="{FF2B5EF4-FFF2-40B4-BE49-F238E27FC236}">
                <a16:creationId xmlns:a16="http://schemas.microsoft.com/office/drawing/2014/main" id="{BFDC535F-AC0A-417D-96AB-6706BECACD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000"/>
          </a:xfrm>
          <a:prstGeom prst="rect">
            <a:avLst/>
          </a:prstGeom>
          <a:solidFill>
            <a:srgbClr val="654B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3" name="Rectangle 5132">
            <a:extLst>
              <a:ext uri="{FF2B5EF4-FFF2-40B4-BE49-F238E27FC236}">
                <a16:creationId xmlns:a16="http://schemas.microsoft.com/office/drawing/2014/main" id="{97AAAF8E-31DB-4148-8FCA-4D8233D69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953" y="484068"/>
            <a:ext cx="6898027" cy="58893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4" name="Picture 4" descr="Renormalization: The Art of Erasing Infinity - YouTube">
            <a:extLst>
              <a:ext uri="{FF2B5EF4-FFF2-40B4-BE49-F238E27FC236}">
                <a16:creationId xmlns:a16="http://schemas.microsoft.com/office/drawing/2014/main" id="{D0339B19-C494-6425-BFBC-FC2354439DD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619" b="13571"/>
          <a:stretch>
            <a:fillRect/>
          </a:stretch>
        </p:blipFill>
        <p:spPr bwMode="auto">
          <a:xfrm>
            <a:off x="818437" y="1697950"/>
            <a:ext cx="6253058" cy="3461536"/>
          </a:xfrm>
          <a:prstGeom prst="rect">
            <a:avLst/>
          </a:prstGeom>
          <a:noFill/>
          <a:extLst>
            <a:ext uri="{909E8E84-426E-40DD-AFC4-6F175D3DCCD1}">
              <a14:hiddenFill xmlns:a14="http://schemas.microsoft.com/office/drawing/2010/main">
                <a:solidFill>
                  <a:srgbClr val="FFFFFF"/>
                </a:solidFill>
              </a14:hiddenFill>
            </a:ext>
          </a:extLst>
        </p:spPr>
      </p:pic>
      <p:sp>
        <p:nvSpPr>
          <p:cNvPr id="5135" name="Rectangle 5134">
            <a:extLst>
              <a:ext uri="{FF2B5EF4-FFF2-40B4-BE49-F238E27FC236}">
                <a16:creationId xmlns:a16="http://schemas.microsoft.com/office/drawing/2014/main" id="{AA274328-4774-4DF9-BA53-452565122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1393" y="484069"/>
            <a:ext cx="4145975" cy="34998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6" name="Picture 6" descr="undefined">
            <a:extLst>
              <a:ext uri="{FF2B5EF4-FFF2-40B4-BE49-F238E27FC236}">
                <a16:creationId xmlns:a16="http://schemas.microsoft.com/office/drawing/2014/main" id="{78D658AB-F486-5FFA-0A8B-6B4745E5954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83059" y="1003715"/>
            <a:ext cx="3502643" cy="2460606"/>
          </a:xfrm>
          <a:prstGeom prst="rect">
            <a:avLst/>
          </a:prstGeom>
          <a:noFill/>
          <a:extLst>
            <a:ext uri="{909E8E84-426E-40DD-AFC4-6F175D3DCCD1}">
              <a14:hiddenFill xmlns:a14="http://schemas.microsoft.com/office/drawing/2010/main">
                <a:solidFill>
                  <a:srgbClr val="FFFFFF"/>
                </a:solidFill>
              </a14:hiddenFill>
            </a:ext>
          </a:extLst>
        </p:spPr>
      </p:pic>
      <p:sp>
        <p:nvSpPr>
          <p:cNvPr id="5137" name="Rectangle 5136">
            <a:extLst>
              <a:ext uri="{FF2B5EF4-FFF2-40B4-BE49-F238E27FC236}">
                <a16:creationId xmlns:a16="http://schemas.microsoft.com/office/drawing/2014/main" id="{01C7B46D-2FEF-4FAA-915B-8B21A66BB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1393" y="4144834"/>
            <a:ext cx="4145975" cy="221151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agem 2">
            <a:extLst>
              <a:ext uri="{FF2B5EF4-FFF2-40B4-BE49-F238E27FC236}">
                <a16:creationId xmlns:a16="http://schemas.microsoft.com/office/drawing/2014/main" id="{AEE51FDD-166C-6FBD-20DF-458B04AECD6F}"/>
              </a:ext>
            </a:extLst>
          </p:cNvPr>
          <p:cNvPicPr>
            <a:picLocks noChangeAspect="1"/>
          </p:cNvPicPr>
          <p:nvPr/>
        </p:nvPicPr>
        <p:blipFill>
          <a:blip r:embed="rId4"/>
          <a:stretch>
            <a:fillRect/>
          </a:stretch>
        </p:blipFill>
        <p:spPr>
          <a:xfrm>
            <a:off x="7883059" y="5027299"/>
            <a:ext cx="3502643" cy="446587"/>
          </a:xfrm>
          <a:prstGeom prst="rect">
            <a:avLst/>
          </a:prstGeom>
        </p:spPr>
      </p:pic>
    </p:spTree>
    <p:extLst>
      <p:ext uri="{BB962C8B-B14F-4D97-AF65-F5344CB8AC3E}">
        <p14:creationId xmlns:p14="http://schemas.microsoft.com/office/powerpoint/2010/main" val="523264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2DE3-B341-DD1A-06B7-DDA76B2FE0BC}"/>
            </a:ext>
          </a:extLst>
        </p:cNvPr>
        <p:cNvGrpSpPr/>
        <p:nvPr/>
      </p:nvGrpSpPr>
      <p:grpSpPr>
        <a:xfrm>
          <a:off x="0" y="0"/>
          <a:ext cx="0" cy="0"/>
          <a:chOff x="0" y="0"/>
          <a:chExt cx="0" cy="0"/>
        </a:xfrm>
      </p:grpSpPr>
      <p:pic>
        <p:nvPicPr>
          <p:cNvPr id="6148" name="Picture 4" descr="Ask Ethan: Why isn't Richard Feynman your personal hero? - Big Think">
            <a:extLst>
              <a:ext uri="{FF2B5EF4-FFF2-40B4-BE49-F238E27FC236}">
                <a16:creationId xmlns:a16="http://schemas.microsoft.com/office/drawing/2014/main" id="{9CFB4EA1-FCD9-6802-733C-18D6A9F4DF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314" y="-15240"/>
            <a:ext cx="9372600" cy="6873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03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9B996D-D9D3-5D3D-F8B0-CBDECD1DB774}"/>
            </a:ext>
          </a:extLst>
        </p:cNvPr>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1"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253"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255" name="Freeform: Shape 10254">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44" name="Picture 4" descr="Antiparticles | Digestible Notes">
            <a:extLst>
              <a:ext uri="{FF2B5EF4-FFF2-40B4-BE49-F238E27FC236}">
                <a16:creationId xmlns:a16="http://schemas.microsoft.com/office/drawing/2014/main" id="{8FC0D624-F9EF-09A0-E408-198695529C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7376" y="1875263"/>
            <a:ext cx="3343202" cy="2210381"/>
          </a:xfrm>
          <a:prstGeom prst="rect">
            <a:avLst/>
          </a:prstGeom>
          <a:noFill/>
          <a:extLst>
            <a:ext uri="{909E8E84-426E-40DD-AFC4-6F175D3DCCD1}">
              <a14:hiddenFill xmlns:a14="http://schemas.microsoft.com/office/drawing/2010/main">
                <a:solidFill>
                  <a:srgbClr val="FFFFFF"/>
                </a:solidFill>
              </a14:hiddenFill>
            </a:ext>
          </a:extLst>
        </p:spPr>
      </p:pic>
      <p:sp>
        <p:nvSpPr>
          <p:cNvPr id="10257" name="Freeform: Shape 10256">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42" name="Picture 2" descr="A Feynman diagram showing the annihilation of an electron and a positron (antielectron), creating a photon that later decays into an new electron–positron pair.">
            <a:extLst>
              <a:ext uri="{FF2B5EF4-FFF2-40B4-BE49-F238E27FC236}">
                <a16:creationId xmlns:a16="http://schemas.microsoft.com/office/drawing/2014/main" id="{663E5A2C-21D1-09D7-56C8-D739819B42D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45244" y="1929997"/>
            <a:ext cx="6020730" cy="3537178"/>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1CED5AEF-EE9F-F7A3-82A2-E22119740F7F}"/>
              </a:ext>
            </a:extLst>
          </p:cNvPr>
          <p:cNvPicPr>
            <a:picLocks noChangeAspect="1"/>
          </p:cNvPicPr>
          <p:nvPr/>
        </p:nvPicPr>
        <p:blipFill>
          <a:blip r:embed="rId4"/>
          <a:stretch>
            <a:fillRect/>
          </a:stretch>
        </p:blipFill>
        <p:spPr>
          <a:xfrm>
            <a:off x="4901780" y="140141"/>
            <a:ext cx="3582129" cy="796029"/>
          </a:xfrm>
          <a:prstGeom prst="rect">
            <a:avLst/>
          </a:prstGeom>
        </p:spPr>
      </p:pic>
    </p:spTree>
    <p:extLst>
      <p:ext uri="{BB962C8B-B14F-4D97-AF65-F5344CB8AC3E}">
        <p14:creationId xmlns:p14="http://schemas.microsoft.com/office/powerpoint/2010/main" val="33829867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2E4BB1-5A5A-4789-F3A9-CF04FD5B60EF}"/>
            </a:ext>
          </a:extLst>
        </p:cNvPr>
        <p:cNvGrpSpPr/>
        <p:nvPr/>
      </p:nvGrpSpPr>
      <p:grpSpPr>
        <a:xfrm>
          <a:off x="0" y="0"/>
          <a:ext cx="0" cy="0"/>
          <a:chOff x="0" y="0"/>
          <a:chExt cx="0" cy="0"/>
        </a:xfrm>
      </p:grpSpPr>
      <p:sp useBgFill="1">
        <p:nvSpPr>
          <p:cNvPr id="7177" name="Rectangle 7176">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9"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1"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83" name="Freeform: Shape 7182">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70" name="Picture 2" descr="Some Feynman diagrams showing the vertex corrections up to two-loop order.  | Download Scientific Diagram">
            <a:extLst>
              <a:ext uri="{FF2B5EF4-FFF2-40B4-BE49-F238E27FC236}">
                <a16:creationId xmlns:a16="http://schemas.microsoft.com/office/drawing/2014/main" id="{6A7DD303-BE92-85E6-F386-6E12A431FD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37376" y="1894547"/>
            <a:ext cx="3343202" cy="2171814"/>
          </a:xfrm>
          <a:prstGeom prst="rect">
            <a:avLst/>
          </a:prstGeom>
          <a:noFill/>
          <a:extLst>
            <a:ext uri="{909E8E84-426E-40DD-AFC4-6F175D3DCCD1}">
              <a14:hiddenFill xmlns:a14="http://schemas.microsoft.com/office/drawing/2010/main">
                <a:solidFill>
                  <a:srgbClr val="FFFFFF"/>
                </a:solidFill>
              </a14:hiddenFill>
            </a:ext>
          </a:extLst>
        </p:spPr>
      </p:pic>
      <p:sp>
        <p:nvSpPr>
          <p:cNvPr id="7185" name="Freeform: Shape 7184">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72" name="Picture 4" descr="What are Feynman diagrams, and why do we need them? I didn't study them in  college. - Quora">
            <a:extLst>
              <a:ext uri="{FF2B5EF4-FFF2-40B4-BE49-F238E27FC236}">
                <a16:creationId xmlns:a16="http://schemas.microsoft.com/office/drawing/2014/main" id="{25FBF66D-EA8E-FB25-4CDB-3F7F59A4D34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872" t="4439" r="10964" b="3837"/>
          <a:stretch>
            <a:fillRect/>
          </a:stretch>
        </p:blipFill>
        <p:spPr bwMode="auto">
          <a:xfrm>
            <a:off x="5545244" y="1908242"/>
            <a:ext cx="6020730" cy="3580687"/>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m 3">
            <a:extLst>
              <a:ext uri="{FF2B5EF4-FFF2-40B4-BE49-F238E27FC236}">
                <a16:creationId xmlns:a16="http://schemas.microsoft.com/office/drawing/2014/main" id="{ED9380BF-9CFA-A813-1DA7-EAB61B4BD687}"/>
              </a:ext>
            </a:extLst>
          </p:cNvPr>
          <p:cNvPicPr>
            <a:picLocks noChangeAspect="1"/>
          </p:cNvPicPr>
          <p:nvPr/>
        </p:nvPicPr>
        <p:blipFill>
          <a:blip r:embed="rId4"/>
          <a:stretch>
            <a:fillRect/>
          </a:stretch>
        </p:blipFill>
        <p:spPr>
          <a:xfrm>
            <a:off x="4788680" y="25953"/>
            <a:ext cx="6252797" cy="936247"/>
          </a:xfrm>
          <a:prstGeom prst="rect">
            <a:avLst/>
          </a:prstGeom>
        </p:spPr>
      </p:pic>
    </p:spTree>
    <p:extLst>
      <p:ext uri="{BB962C8B-B14F-4D97-AF65-F5344CB8AC3E}">
        <p14:creationId xmlns:p14="http://schemas.microsoft.com/office/powerpoint/2010/main" val="333727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B83B78-CB21-6274-AAA4-9B035EF0608C}"/>
            </a:ext>
          </a:extLst>
        </p:cNvPr>
        <p:cNvGrpSpPr/>
        <p:nvPr/>
      </p:nvGrpSpPr>
      <p:grpSpPr>
        <a:xfrm>
          <a:off x="0" y="0"/>
          <a:ext cx="0" cy="0"/>
          <a:chOff x="0" y="0"/>
          <a:chExt cx="0" cy="0"/>
        </a:xfrm>
      </p:grpSpPr>
      <p:sp>
        <p:nvSpPr>
          <p:cNvPr id="20484" name="Rectangle 20486">
            <a:extLst>
              <a:ext uri="{FF2B5EF4-FFF2-40B4-BE49-F238E27FC236}">
                <a16:creationId xmlns:a16="http://schemas.microsoft.com/office/drawing/2014/main" id="{AA3CC463-F933-4AC4-86E1-5AC14B0C31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85" name="Rectangle 20488">
            <a:extLst>
              <a:ext uri="{FF2B5EF4-FFF2-40B4-BE49-F238E27FC236}">
                <a16:creationId xmlns:a16="http://schemas.microsoft.com/office/drawing/2014/main" id="{6025D2DB-A12A-44DB-B00E-F4D622329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480060"/>
            <a:ext cx="4180332" cy="2788074"/>
          </a:xfrm>
          <a:prstGeom prst="rect">
            <a:avLst/>
          </a:prstGeom>
          <a:solidFill>
            <a:srgbClr val="FFFFFF"/>
          </a:solidFill>
          <a:ln w="19050">
            <a:solidFill>
              <a:srgbClr val="FF50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m 8" descr="Gráfico&#10;&#10;O conteúdo gerado por IA pode estar incorreto.">
            <a:extLst>
              <a:ext uri="{FF2B5EF4-FFF2-40B4-BE49-F238E27FC236}">
                <a16:creationId xmlns:a16="http://schemas.microsoft.com/office/drawing/2014/main" id="{51A565CE-EAA0-DA42-208B-F7D511928AA4}"/>
              </a:ext>
            </a:extLst>
          </p:cNvPr>
          <p:cNvPicPr>
            <a:picLocks noChangeAspect="1"/>
          </p:cNvPicPr>
          <p:nvPr/>
        </p:nvPicPr>
        <p:blipFill>
          <a:blip r:embed="rId2"/>
          <a:stretch>
            <a:fillRect/>
          </a:stretch>
        </p:blipFill>
        <p:spPr>
          <a:xfrm>
            <a:off x="695600" y="643467"/>
            <a:ext cx="3708843" cy="2475653"/>
          </a:xfrm>
          <a:prstGeom prst="rect">
            <a:avLst/>
          </a:prstGeom>
        </p:spPr>
      </p:pic>
      <p:sp>
        <p:nvSpPr>
          <p:cNvPr id="20486" name="Rectangle 20490">
            <a:extLst>
              <a:ext uri="{FF2B5EF4-FFF2-40B4-BE49-F238E27FC236}">
                <a16:creationId xmlns:a16="http://schemas.microsoft.com/office/drawing/2014/main" id="{CE7E7877-F64E-4EEA-B778-138031EFF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331" y="3603670"/>
            <a:ext cx="4180332" cy="2788074"/>
          </a:xfrm>
          <a:prstGeom prst="rect">
            <a:avLst/>
          </a:prstGeom>
          <a:solidFill>
            <a:srgbClr val="FFFFFF"/>
          </a:solidFill>
          <a:ln w="19050">
            <a:solidFill>
              <a:srgbClr val="FF503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482" name="Picture 2" descr="The Higgs boson and the prospects for elementary particle physics | EP News">
            <a:extLst>
              <a:ext uri="{FF2B5EF4-FFF2-40B4-BE49-F238E27FC236}">
                <a16:creationId xmlns:a16="http://schemas.microsoft.com/office/drawing/2014/main" id="{80E22DAE-07EE-FBCD-0744-1AF927F0C20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2549" y="3769702"/>
            <a:ext cx="3854945" cy="2428615"/>
          </a:xfrm>
          <a:prstGeom prst="rect">
            <a:avLst/>
          </a:prstGeom>
          <a:noFill/>
          <a:extLst>
            <a:ext uri="{909E8E84-426E-40DD-AFC4-6F175D3DCCD1}">
              <a14:hiddenFill xmlns:a14="http://schemas.microsoft.com/office/drawing/2010/main">
                <a:solidFill>
                  <a:srgbClr val="FFFFFF"/>
                </a:solidFill>
              </a14:hiddenFill>
            </a:ext>
          </a:extLst>
        </p:spPr>
      </p:pic>
      <p:sp>
        <p:nvSpPr>
          <p:cNvPr id="20488" name="Rectangle 20492">
            <a:extLst>
              <a:ext uri="{FF2B5EF4-FFF2-40B4-BE49-F238E27FC236}">
                <a16:creationId xmlns:a16="http://schemas.microsoft.com/office/drawing/2014/main" id="{7DD6C4F3-70FD-4F13-919C-702EE4886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0596" y="487090"/>
            <a:ext cx="6741849" cy="5897880"/>
          </a:xfrm>
          <a:prstGeom prst="rect">
            <a:avLst/>
          </a:prstGeom>
          <a:solidFill>
            <a:srgbClr val="FFFFFF"/>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Any interaction to Higgs Field gave mass to any subatomic particles like quarks and electrons">
            <a:extLst>
              <a:ext uri="{FF2B5EF4-FFF2-40B4-BE49-F238E27FC236}">
                <a16:creationId xmlns:a16="http://schemas.microsoft.com/office/drawing/2014/main" id="{0C2DA16E-2D40-14EE-5BF8-E98590A4920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144764" y="1128400"/>
            <a:ext cx="6410084" cy="4615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814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22539" name="Rectangle 22538">
            <a:extLst>
              <a:ext uri="{FF2B5EF4-FFF2-40B4-BE49-F238E27FC236}">
                <a16:creationId xmlns:a16="http://schemas.microsoft.com/office/drawing/2014/main" id="{19E301E5-1206-47D0-9CDF-72583D73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41" name="Rectangle 22540">
            <a:extLst>
              <a:ext uri="{FF2B5EF4-FFF2-40B4-BE49-F238E27FC236}">
                <a16:creationId xmlns:a16="http://schemas.microsoft.com/office/drawing/2014/main" id="{AFA31FBE-7948-4384-B68A-75DEFDC49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34" name="Picture 6" descr="Murray Gell-Mann – Facts - NobelPrize.org">
            <a:extLst>
              <a:ext uri="{FF2B5EF4-FFF2-40B4-BE49-F238E27FC236}">
                <a16:creationId xmlns:a16="http://schemas.microsoft.com/office/drawing/2014/main" id="{76F633F8-8E18-1E07-F22B-70A5B9A608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899" b="35149"/>
          <a:stretch>
            <a:fillRect/>
          </a:stretch>
        </p:blipFill>
        <p:spPr bwMode="auto">
          <a:xfrm>
            <a:off x="641276" y="643467"/>
            <a:ext cx="4013020" cy="270255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Vencedor do Nobel de física, Murray Gell-Mann morre aos 89 anos">
            <a:extLst>
              <a:ext uri="{FF2B5EF4-FFF2-40B4-BE49-F238E27FC236}">
                <a16:creationId xmlns:a16="http://schemas.microsoft.com/office/drawing/2014/main" id="{A21DCFA6-3F37-A346-65B1-3EFB9ED552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332" r="-4" b="-4"/>
          <a:stretch>
            <a:fillRect/>
          </a:stretch>
        </p:blipFill>
        <p:spPr bwMode="auto">
          <a:xfrm>
            <a:off x="643467" y="3509433"/>
            <a:ext cx="4010830" cy="2705099"/>
          </a:xfrm>
          <a:prstGeom prst="rect">
            <a:avLst/>
          </a:prstGeom>
          <a:noFill/>
          <a:extLst>
            <a:ext uri="{909E8E84-426E-40DD-AFC4-6F175D3DCCD1}">
              <a14:hiddenFill xmlns:a14="http://schemas.microsoft.com/office/drawing/2010/main">
                <a:solidFill>
                  <a:srgbClr val="FFFFFF"/>
                </a:solidFill>
              </a14:hiddenFill>
            </a:ext>
          </a:extLst>
        </p:spPr>
      </p:pic>
      <p:pic>
        <p:nvPicPr>
          <p:cNvPr id="22532" name="Picture 4" descr="Murray Gell-Mann, Who Peered at Particles and Saw the Universe, Dies at 89  - The New York Times">
            <a:extLst>
              <a:ext uri="{FF2B5EF4-FFF2-40B4-BE49-F238E27FC236}">
                <a16:creationId xmlns:a16="http://schemas.microsoft.com/office/drawing/2014/main" id="{5B703688-EE93-B254-CBA3-AF2BFC6CDB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1" b="34661"/>
          <a:stretch>
            <a:fillRect/>
          </a:stretch>
        </p:blipFill>
        <p:spPr bwMode="auto">
          <a:xfrm>
            <a:off x="4812633" y="643467"/>
            <a:ext cx="6735900" cy="557106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a:extLst>
              <a:ext uri="{FF2B5EF4-FFF2-40B4-BE49-F238E27FC236}">
                <a16:creationId xmlns:a16="http://schemas.microsoft.com/office/drawing/2014/main" id="{AD80D1B2-E362-D080-3A35-B81A7D03174F}"/>
              </a:ext>
            </a:extLst>
          </p:cNvPr>
          <p:cNvPicPr>
            <a:picLocks noChangeAspect="1"/>
          </p:cNvPicPr>
          <p:nvPr/>
        </p:nvPicPr>
        <p:blipFill>
          <a:blip r:embed="rId5"/>
          <a:stretch>
            <a:fillRect/>
          </a:stretch>
        </p:blipFill>
        <p:spPr>
          <a:xfrm>
            <a:off x="1" y="0"/>
            <a:ext cx="3189514" cy="418163"/>
          </a:xfrm>
          <a:prstGeom prst="rect">
            <a:avLst/>
          </a:prstGeom>
        </p:spPr>
      </p:pic>
    </p:spTree>
    <p:extLst>
      <p:ext uri="{BB962C8B-B14F-4D97-AF65-F5344CB8AC3E}">
        <p14:creationId xmlns:p14="http://schemas.microsoft.com/office/powerpoint/2010/main" val="3473510048"/>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useBgFill="1">
        <p:nvSpPr>
          <p:cNvPr id="21517" name="Rectangle 21516">
            <a:extLst>
              <a:ext uri="{FF2B5EF4-FFF2-40B4-BE49-F238E27FC236}">
                <a16:creationId xmlns:a16="http://schemas.microsoft.com/office/drawing/2014/main" id="{19E301E5-1206-47D0-9CDF-72583D739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9" name="Rectangle 21518">
            <a:extLst>
              <a:ext uri="{FF2B5EF4-FFF2-40B4-BE49-F238E27FC236}">
                <a16:creationId xmlns:a16="http://schemas.microsoft.com/office/drawing/2014/main" id="{AFA31FBE-7948-4384-B68A-75DEFDC49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10" name="Picture 6" descr="Richard Feynman | Biography, Nobel Prize, Books, &amp; Facts | Britannica">
            <a:extLst>
              <a:ext uri="{FF2B5EF4-FFF2-40B4-BE49-F238E27FC236}">
                <a16:creationId xmlns:a16="http://schemas.microsoft.com/office/drawing/2014/main" id="{CCBE3E55-FD59-0D5A-897C-664C9F529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4804" r="3" b="29807"/>
          <a:stretch>
            <a:fillRect/>
          </a:stretch>
        </p:blipFill>
        <p:spPr bwMode="auto">
          <a:xfrm>
            <a:off x="641276" y="643467"/>
            <a:ext cx="4013020" cy="2702558"/>
          </a:xfrm>
          <a:prstGeom prst="rect">
            <a:avLst/>
          </a:prstGeom>
          <a:noFill/>
          <a:extLst>
            <a:ext uri="{909E8E84-426E-40DD-AFC4-6F175D3DCCD1}">
              <a14:hiddenFill xmlns:a14="http://schemas.microsoft.com/office/drawing/2010/main">
                <a:solidFill>
                  <a:srgbClr val="FFFFFF"/>
                </a:solidFill>
              </a14:hiddenFill>
            </a:ext>
          </a:extLst>
        </p:spPr>
      </p:pic>
      <p:pic>
        <p:nvPicPr>
          <p:cNvPr id="21512" name="Picture 8" descr="5 fatos que você não sabia sobre Richard Feynman | Ciência | Galileu">
            <a:extLst>
              <a:ext uri="{FF2B5EF4-FFF2-40B4-BE49-F238E27FC236}">
                <a16:creationId xmlns:a16="http://schemas.microsoft.com/office/drawing/2014/main" id="{E2505862-60B4-277A-9CAA-AC427F1B1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 b="15956"/>
          <a:stretch>
            <a:fillRect/>
          </a:stretch>
        </p:blipFill>
        <p:spPr bwMode="auto">
          <a:xfrm>
            <a:off x="643467" y="3509433"/>
            <a:ext cx="4010830" cy="2705099"/>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a:extLst>
              <a:ext uri="{FF2B5EF4-FFF2-40B4-BE49-F238E27FC236}">
                <a16:creationId xmlns:a16="http://schemas.microsoft.com/office/drawing/2014/main" id="{C61BC7CC-1E0F-2BA3-4A1E-91A794025B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439" r="-1" b="31188"/>
          <a:stretch>
            <a:fillRect/>
          </a:stretch>
        </p:blipFill>
        <p:spPr bwMode="auto">
          <a:xfrm>
            <a:off x="4812633" y="643467"/>
            <a:ext cx="6735900" cy="5571066"/>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m 4">
            <a:extLst>
              <a:ext uri="{FF2B5EF4-FFF2-40B4-BE49-F238E27FC236}">
                <a16:creationId xmlns:a16="http://schemas.microsoft.com/office/drawing/2014/main" id="{55A4A9AA-036A-5332-CD50-D468833E5C68}"/>
              </a:ext>
            </a:extLst>
          </p:cNvPr>
          <p:cNvPicPr>
            <a:picLocks noChangeAspect="1"/>
          </p:cNvPicPr>
          <p:nvPr/>
        </p:nvPicPr>
        <p:blipFill>
          <a:blip r:embed="rId5"/>
          <a:stretch>
            <a:fillRect/>
          </a:stretch>
        </p:blipFill>
        <p:spPr>
          <a:xfrm>
            <a:off x="477012" y="0"/>
            <a:ext cx="2832245" cy="401235"/>
          </a:xfrm>
          <a:prstGeom prst="rect">
            <a:avLst/>
          </a:prstGeom>
        </p:spPr>
      </p:pic>
    </p:spTree>
    <p:extLst>
      <p:ext uri="{BB962C8B-B14F-4D97-AF65-F5344CB8AC3E}">
        <p14:creationId xmlns:p14="http://schemas.microsoft.com/office/powerpoint/2010/main" val="1373172977"/>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3FFDD8-A56B-4B52-16C0-BAA3F5360E13}"/>
            </a:ext>
          </a:extLst>
        </p:cNvPr>
        <p:cNvGrpSpPr/>
        <p:nvPr/>
      </p:nvGrpSpPr>
      <p:grpSpPr>
        <a:xfrm>
          <a:off x="0" y="0"/>
          <a:ext cx="0" cy="0"/>
          <a:chOff x="0" y="0"/>
          <a:chExt cx="0" cy="0"/>
        </a:xfrm>
      </p:grpSpPr>
      <p:sp>
        <p:nvSpPr>
          <p:cNvPr id="23568" name="Rectangle 23567">
            <a:extLst>
              <a:ext uri="{FF2B5EF4-FFF2-40B4-BE49-F238E27FC236}">
                <a16:creationId xmlns:a16="http://schemas.microsoft.com/office/drawing/2014/main" id="{CFE55B3F-4634-4A41-B146-E6251581E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501648"/>
          </a:xfrm>
          <a:prstGeom prst="rect">
            <a:avLst/>
          </a:prstGeom>
          <a:solidFill>
            <a:srgbClr val="646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lide 4">
            <a:extLst>
              <a:ext uri="{FF2B5EF4-FFF2-40B4-BE49-F238E27FC236}">
                <a16:creationId xmlns:a16="http://schemas.microsoft.com/office/drawing/2014/main" id="{78D8FCCF-8A3F-8D96-CB02-263D32324C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274" r="23658"/>
          <a:stretch>
            <a:fillRect/>
          </a:stretch>
        </p:blipFill>
        <p:spPr bwMode="auto">
          <a:xfrm>
            <a:off x="20" y="638177"/>
            <a:ext cx="3017500" cy="558164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RIP Murray Gell-Mann, A Great Physicist Who Taught Science Journalists How  To Do Better | Science 2.0">
            <a:extLst>
              <a:ext uri="{FF2B5EF4-FFF2-40B4-BE49-F238E27FC236}">
                <a16:creationId xmlns:a16="http://schemas.microsoft.com/office/drawing/2014/main" id="{2D8E5B40-6423-FCFA-A0FD-EA3DBB7546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234" r="3235" b="1"/>
          <a:stretch>
            <a:fillRect/>
          </a:stretch>
        </p:blipFill>
        <p:spPr bwMode="auto">
          <a:xfrm>
            <a:off x="3171272" y="638179"/>
            <a:ext cx="5849456" cy="5581644"/>
          </a:xfrm>
          <a:prstGeom prst="rect">
            <a:avLst/>
          </a:prstGeom>
          <a:noFill/>
          <a:extLst>
            <a:ext uri="{909E8E84-426E-40DD-AFC4-6F175D3DCCD1}">
              <a14:hiddenFill xmlns:a14="http://schemas.microsoft.com/office/drawing/2010/main">
                <a:solidFill>
                  <a:srgbClr val="FFFFFF"/>
                </a:solidFill>
              </a14:hiddenFill>
            </a:ext>
          </a:extLst>
        </p:spPr>
      </p:pic>
      <p:pic>
        <p:nvPicPr>
          <p:cNvPr id="23558" name="Picture 6" descr="Feynman and Gell-Mann">
            <a:extLst>
              <a:ext uri="{FF2B5EF4-FFF2-40B4-BE49-F238E27FC236}">
                <a16:creationId xmlns:a16="http://schemas.microsoft.com/office/drawing/2014/main" id="{474621EE-8228-3924-8742-B18E06C390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9684" r="6258" b="-1"/>
          <a:stretch>
            <a:fillRect/>
          </a:stretch>
        </p:blipFill>
        <p:spPr bwMode="auto">
          <a:xfrm>
            <a:off x="9174480" y="638178"/>
            <a:ext cx="3017520" cy="5581644"/>
          </a:xfrm>
          <a:prstGeom prst="rect">
            <a:avLst/>
          </a:prstGeom>
          <a:noFill/>
          <a:extLst>
            <a:ext uri="{909E8E84-426E-40DD-AFC4-6F175D3DCCD1}">
              <a14:hiddenFill xmlns:a14="http://schemas.microsoft.com/office/drawing/2010/main">
                <a:solidFill>
                  <a:srgbClr val="FFFFFF"/>
                </a:solidFill>
              </a14:hiddenFill>
            </a:ext>
          </a:extLst>
        </p:spPr>
      </p:pic>
      <p:sp>
        <p:nvSpPr>
          <p:cNvPr id="23570" name="Rectangle 23569">
            <a:extLst>
              <a:ext uri="{FF2B5EF4-FFF2-40B4-BE49-F238E27FC236}">
                <a16:creationId xmlns:a16="http://schemas.microsoft.com/office/drawing/2014/main" id="{5CD271E5-55BF-4266-A3A7-CFCC30518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56352"/>
            <a:ext cx="12192000" cy="501648"/>
          </a:xfrm>
          <a:prstGeom prst="rect">
            <a:avLst/>
          </a:prstGeom>
          <a:solidFill>
            <a:srgbClr val="646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9955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C03B4A-3165-9740-374A-2D96F5434248}"/>
            </a:ext>
          </a:extLst>
        </p:cNvPr>
        <p:cNvGrpSpPr/>
        <p:nvPr/>
      </p:nvGrpSpPr>
      <p:grpSpPr>
        <a:xfrm>
          <a:off x="0" y="0"/>
          <a:ext cx="0" cy="0"/>
          <a:chOff x="0" y="0"/>
          <a:chExt cx="0" cy="0"/>
        </a:xfrm>
      </p:grpSpPr>
      <p:sp useBgFill="1">
        <p:nvSpPr>
          <p:cNvPr id="26631" name="Rectangle 26630">
            <a:extLst>
              <a:ext uri="{FF2B5EF4-FFF2-40B4-BE49-F238E27FC236}">
                <a16:creationId xmlns:a16="http://schemas.microsoft.com/office/drawing/2014/main" id="{4F7B9026-36AD-42E4-B172-8D68F3A33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Foto preta e branca de homem de terno e gravata&#10;&#10;O conteúdo gerado por IA pode estar incorreto.">
            <a:extLst>
              <a:ext uri="{FF2B5EF4-FFF2-40B4-BE49-F238E27FC236}">
                <a16:creationId xmlns:a16="http://schemas.microsoft.com/office/drawing/2014/main" id="{B0AD1578-9BEA-4493-E470-531FDBBA0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512" r="8254" b="-3"/>
          <a:stretch>
            <a:fillRect/>
          </a:stretch>
        </p:blipFill>
        <p:spPr bwMode="auto">
          <a:xfrm>
            <a:off x="192528" y="171716"/>
            <a:ext cx="3793268" cy="651456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E.C.G. Stueckelberg, An Unconventional Figure of Twentieth Century Physics:  Selected Scientific Papers with Commentaries | SpringerLink">
            <a:extLst>
              <a:ext uri="{FF2B5EF4-FFF2-40B4-BE49-F238E27FC236}">
                <a16:creationId xmlns:a16="http://schemas.microsoft.com/office/drawing/2014/main" id="{38AEBD88-2780-95D0-FF3D-33C1E14BEA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6165" b="-3"/>
          <a:stretch>
            <a:fillRect/>
          </a:stretch>
        </p:blipFill>
        <p:spPr bwMode="auto">
          <a:xfrm>
            <a:off x="4184538" y="171716"/>
            <a:ext cx="3822924" cy="6514565"/>
          </a:xfrm>
          <a:prstGeom prst="rect">
            <a:avLst/>
          </a:prstGeom>
          <a:noFill/>
          <a:extLst>
            <a:ext uri="{909E8E84-426E-40DD-AFC4-6F175D3DCCD1}">
              <a14:hiddenFill xmlns:a14="http://schemas.microsoft.com/office/drawing/2010/main">
                <a:solidFill>
                  <a:srgbClr val="FFFFFF"/>
                </a:solidFill>
              </a14:hiddenFill>
            </a:ext>
          </a:extLst>
        </p:spPr>
      </p:pic>
      <p:pic>
        <p:nvPicPr>
          <p:cNvPr id="26626" name="Picture 2" descr="undefined">
            <a:extLst>
              <a:ext uri="{FF2B5EF4-FFF2-40B4-BE49-F238E27FC236}">
                <a16:creationId xmlns:a16="http://schemas.microsoft.com/office/drawing/2014/main" id="{79AABAEF-0E7F-8E43-4B26-F2CFA80C0C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927" r="2766" b="-3"/>
          <a:stretch>
            <a:fillRect/>
          </a:stretch>
        </p:blipFill>
        <p:spPr bwMode="auto">
          <a:xfrm>
            <a:off x="8188032" y="171716"/>
            <a:ext cx="3799007" cy="6514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975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B34D283-89D7-B62C-363C-4BDD8A2BF299}"/>
            </a:ext>
          </a:extLst>
        </p:cNvPr>
        <p:cNvGrpSpPr/>
        <p:nvPr/>
      </p:nvGrpSpPr>
      <p:grpSpPr>
        <a:xfrm>
          <a:off x="0" y="0"/>
          <a:ext cx="0" cy="0"/>
          <a:chOff x="0" y="0"/>
          <a:chExt cx="0" cy="0"/>
        </a:xfrm>
      </p:grpSpPr>
      <p:pic>
        <p:nvPicPr>
          <p:cNvPr id="10242" name="Picture 2" descr="Like Share Subscribe Vector Design Images, Youtube Logo With Subscribe Like  And Share, Subscribe, Like, Share PNG Image For Free Download">
            <a:extLst>
              <a:ext uri="{FF2B5EF4-FFF2-40B4-BE49-F238E27FC236}">
                <a16:creationId xmlns:a16="http://schemas.microsoft.com/office/drawing/2014/main" id="{BCBA28B2-7C96-1D35-7CE8-10B181918DE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428650" y="-44754"/>
            <a:ext cx="6824207" cy="682420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102553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2198</TotalTime>
  <Words>0</Words>
  <Application>Microsoft Office PowerPoint</Application>
  <PresentationFormat>Widescreen</PresentationFormat>
  <Paragraphs>0</Paragraphs>
  <Slides>19</Slides>
  <Notes>0</Notes>
  <HiddenSlides>1</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19</vt:i4>
      </vt:variant>
    </vt:vector>
  </HeadingPairs>
  <TitlesOfParts>
    <vt:vector size="23" baseType="lpstr">
      <vt:lpstr>Aptos</vt:lpstr>
      <vt:lpstr>Aptos Display</vt:lpstr>
      <vt:lpstr>Arial</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Osvaldo Luiz Santos Pereira</dc:creator>
  <cp:lastModifiedBy>Osvaldo Luiz Santos Pereira</cp:lastModifiedBy>
  <cp:revision>1</cp:revision>
  <dcterms:created xsi:type="dcterms:W3CDTF">2025-07-02T01:32:37Z</dcterms:created>
  <dcterms:modified xsi:type="dcterms:W3CDTF">2025-07-03T14:18:59Z</dcterms:modified>
</cp:coreProperties>
</file>