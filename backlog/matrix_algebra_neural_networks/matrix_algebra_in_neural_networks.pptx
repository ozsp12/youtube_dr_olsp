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A847-419C-483D-BE18-1FF0B031C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369A8-5767-4512-A4C6-57298DD6B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9EDC9-9F82-4C90-A56D-4F8478B1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2329-8979-4A6D-8A5D-801902AD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02CA9-5FEE-427A-B132-03E9E012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82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1192-71C2-4174-B518-82B8B207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08BBD-9BE1-4F65-8C43-0695D6D7D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53EAF-710C-4F35-BBF7-0D91E64C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EDA56-2CBA-4200-AEE9-01B43A05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9EF25-6AB8-42B3-8E3B-1BC38F13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5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D3EB-BB95-4E31-ADBD-F7EF5560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64FD5-3462-4CC6-971F-C6735B40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32930-C182-4C2A-A18C-16680028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DFFAC-562A-4E83-ACB2-686A3B21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8EF27-DEE6-4B17-9DC4-6CCAF092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55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AB0C-0A28-4C53-9727-196516ED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37A67-6819-4FE1-9902-F5D0CA3B5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14352-462D-4722-B570-7E26E61B5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7874F-B511-4F51-BE3F-BF6CEB8D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95A8E-E4E2-4AF8-BEE5-0F59CD45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1E784-4F21-4483-A5F5-A9B702B7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48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7C0A-5412-479D-997F-F6CF2128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FD8B9-7BDE-40A8-A343-8EE0A69E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FB37B-1A6A-4945-B3EA-BDBAF8E9C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AFBF0-10D1-4226-8E7E-3D8E5D364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349D9-A4EA-4807-BFC7-61D30F743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822D49-6820-499E-89D7-6A538E4D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69822-74E4-441B-9B38-A2485BA7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F0363-BAB7-4D33-9CA0-120FB5D6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8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837A-5DAD-4150-B7B9-D68AF3BB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3DAC6-CDDB-44D7-9788-6324C82E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A8868-AFF3-48FC-B4E2-90694960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43259-0D92-4EB3-ACBF-7DC24965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75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74DE7-8D34-4AD3-8975-33B665C4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A2AA3-7DE6-4573-8D47-BADDC414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FA580-2224-4CD3-8C10-8E55F88E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33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2F8E-6ED6-400D-ACC7-48D2A879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05850-2F50-4C0C-BBF9-F5FF01C7C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09B5D-1E98-4480-A58C-0D6A89985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96C8E-81A4-4C95-AD52-98926BA8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17C39-AC38-4808-91CA-40A7B5B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B987D-38F3-4923-A999-3F271E87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68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E838-3783-49B3-9AB5-A151EADB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750BE-6869-46D4-8FF8-EFC2DA71E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10E1A-8402-4364-B9E0-24CB7EC2F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FA88A-4758-404D-9355-E6B8D8A6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A1AF3-B05F-463A-A79E-EACA089A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E10CE-6E6A-4E8B-BD76-8D439979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5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C9B8-8CAC-42C3-B8B2-7DED9868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32519-B1BE-4ADA-B216-273180F87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E1DC6-57A9-4547-880A-7F4BE2B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02691-0A5B-4953-81D9-9443B8F6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C217-D04F-4262-8064-2B969CEE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018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ECF18-3D20-4AB3-8232-A23908911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F90B1-50AA-4436-96F4-6B05109F1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DCCF2-6AA7-41A6-A8AB-5AB4585F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2535-E80D-4E94-BE94-A0CF00E2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87E7C-BE4E-4095-B690-E3A3C034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13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02DA7-B987-405E-A328-E929A624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375AF-6822-451C-A334-E57F699AF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F0545-0EED-4175-A4DB-C608A4BF9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961F-0781-4DEA-A0AA-11663C0D65CC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BF08D-80CF-40B8-809E-40C007435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1199-85C3-499C-AED7-D750805F9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E3F49-C64D-48CA-BCA8-1FAA87E966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41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torage.ning.com/topology/rest/1.0/file/get/2808330901?profile=original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rices.io/deep-neural-network-from-scratch/" TargetMode="External"/><Relationship Id="rId7" Type="http://schemas.openxmlformats.org/officeDocument/2006/relationships/hyperlink" Target="https://towardsdatascience.com/under-the-hood-of-neural-network-forward-propagation-the-dreaded-matrix-multiplication-a5360b33426" TargetMode="External"/><Relationship Id="rId2" Type="http://schemas.openxmlformats.org/officeDocument/2006/relationships/hyperlink" Target="https://medium.com/coinmonks/representing-neural-network-with-vectors-and-matrices-c6b0e64db9fb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atasciencecentral.com/profiles/blogs/matrix-multiplication-in-neural-networks" TargetMode="External"/><Relationship Id="rId5" Type="http://schemas.openxmlformats.org/officeDocument/2006/relationships/hyperlink" Target="http://cs231n.github.io/neural-networks-2/#init" TargetMode="External"/><Relationship Id="rId4" Type="http://schemas.openxmlformats.org/officeDocument/2006/relationships/hyperlink" Target="https://ml-cheatsheet.readthedocs.io/en/latest/forwardpropag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59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m relacionada">
            <a:extLst>
              <a:ext uri="{FF2B5EF4-FFF2-40B4-BE49-F238E27FC236}">
                <a16:creationId xmlns:a16="http://schemas.microsoft.com/office/drawing/2014/main" id="{3A4760C2-BE6D-46C1-B5B5-8618A8DAC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88"/>
            <a:ext cx="12192000" cy="662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681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torage.ning.com/topology/rest/1.0/file/get/2808330901?profile=original">
            <a:extLst>
              <a:ext uri="{FF2B5EF4-FFF2-40B4-BE49-F238E27FC236}">
                <a16:creationId xmlns:a16="http://schemas.microsoft.com/office/drawing/2014/main" id="{34444F08-8B9E-4C19-9106-1CB362971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140" y="699735"/>
            <a:ext cx="7428089" cy="55710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4CB102-D0DB-48E6-827E-541F44FFF453}"/>
              </a:ext>
            </a:extLst>
          </p:cNvPr>
          <p:cNvSpPr/>
          <p:nvPr/>
        </p:nvSpPr>
        <p:spPr>
          <a:xfrm>
            <a:off x="1410387" y="6327074"/>
            <a:ext cx="5465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http://storage.ning.com/topology/rest/1.0/file/get/2808330901?profile=original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71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E332E5-7A97-474B-BDC8-E8646EBF2C2C}"/>
              </a:ext>
            </a:extLst>
          </p:cNvPr>
          <p:cNvSpPr txBox="1"/>
          <p:nvPr/>
        </p:nvSpPr>
        <p:spPr>
          <a:xfrm>
            <a:off x="689317" y="800072"/>
            <a:ext cx="10030265" cy="318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Referências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Medium - Representing neural network with vectors and matrices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Deep Neural Network from scratch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4"/>
              </a:rPr>
              <a:t>ML Cheat Sheet - </a:t>
            </a:r>
            <a:r>
              <a:rPr lang="pt-BR" dirty="0">
                <a:hlinkClick r:id="rId4"/>
              </a:rPr>
              <a:t>Forwardpropagation</a:t>
            </a:r>
            <a:endParaRPr lang="pt-BR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5"/>
              </a:rPr>
              <a:t>Convolutional NN for Visual Recognition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pt-BR" dirty="0">
                <a:hlinkClick r:id="rId6"/>
              </a:rPr>
              <a:t>Matrix Multiplication in Neural Networks</a:t>
            </a:r>
            <a:endParaRPr lang="pt-BR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7"/>
              </a:rPr>
              <a:t>Under The Hood of Neural Network Forward Propagation — The Dreaded Matrix Multiplication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8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Osvaldo Luiz dos Santos Pereira</dc:creator>
  <cp:lastModifiedBy>Osvaldo Luiz dos Santos Pereira</cp:lastModifiedBy>
  <cp:revision>3</cp:revision>
  <dcterms:created xsi:type="dcterms:W3CDTF">2019-08-20T13:27:05Z</dcterms:created>
  <dcterms:modified xsi:type="dcterms:W3CDTF">2019-08-20T14:23:28Z</dcterms:modified>
</cp:coreProperties>
</file>