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3" r:id="rId2"/>
    <p:sldId id="274" r:id="rId3"/>
    <p:sldId id="265" r:id="rId4"/>
    <p:sldId id="271" r:id="rId5"/>
    <p:sldId id="272" r:id="rId6"/>
    <p:sldId id="273" r:id="rId7"/>
    <p:sldId id="268" r:id="rId8"/>
    <p:sldId id="269" r:id="rId9"/>
    <p:sldId id="270" r:id="rId10"/>
    <p:sldId id="266" r:id="rId11"/>
    <p:sldId id="275" r:id="rId12"/>
    <p:sldId id="277" r:id="rId13"/>
    <p:sldId id="276" r:id="rId14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47B6"/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4E7A69-C9D9-4A58-BE89-A25612033778}" v="1038" dt="2026-04-25T03:03:37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80" d="100"/>
          <a:sy n="80" d="100"/>
        </p:scale>
        <p:origin x="98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EF59E56-4CCE-4FE5-AF5F-969E092DDC67}"/>
    <pc:docChg chg="undo custSel addSld delSld modSld modMainMaster">
      <pc:chgData name="Osvaldo Luiz Santos Pereira" userId="c308351cf5a860c7" providerId="LiveId" clId="{3EF59E56-4CCE-4FE5-AF5F-969E092DDC67}" dt="2026-04-25T03:28:37.930" v="2824" actId="6549"/>
      <pc:docMkLst>
        <pc:docMk/>
      </pc:docMkLst>
      <pc:sldChg chg="addSp delSp modSp del mod setBg modAnim">
        <pc:chgData name="Osvaldo Luiz Santos Pereira" userId="c308351cf5a860c7" providerId="LiveId" clId="{3EF59E56-4CCE-4FE5-AF5F-969E092DDC67}" dt="2026-04-24T00:10:11.732" v="1264" actId="47"/>
        <pc:sldMkLst>
          <pc:docMk/>
          <pc:sldMk cId="3410455670" sldId="256"/>
        </pc:sldMkLst>
      </pc:sldChg>
      <pc:sldChg chg="addSp delSp modSp add mod">
        <pc:chgData name="Osvaldo Luiz Santos Pereira" userId="c308351cf5a860c7" providerId="LiveId" clId="{3EF59E56-4CCE-4FE5-AF5F-969E092DDC67}" dt="2026-04-25T03:28:37.930" v="2824" actId="6549"/>
        <pc:sldMkLst>
          <pc:docMk/>
          <pc:sldMk cId="1580223183" sldId="263"/>
        </pc:sldMkLst>
        <pc:spChg chg="del">
          <ac:chgData name="Osvaldo Luiz Santos Pereira" userId="c308351cf5a860c7" providerId="LiveId" clId="{3EF59E56-4CCE-4FE5-AF5F-969E092DDC67}" dt="2026-04-24T00:17:24.843" v="1267" actId="478"/>
          <ac:spMkLst>
            <pc:docMk/>
            <pc:sldMk cId="1580223183" sldId="263"/>
            <ac:spMk id="2" creationId="{33A99964-FDA3-CD83-08F8-7195A100EB3E}"/>
          </ac:spMkLst>
        </pc:spChg>
        <pc:spChg chg="del">
          <ac:chgData name="Osvaldo Luiz Santos Pereira" userId="c308351cf5a860c7" providerId="LiveId" clId="{3EF59E56-4CCE-4FE5-AF5F-969E092DDC67}" dt="2026-04-24T00:17:24.843" v="1267" actId="478"/>
          <ac:spMkLst>
            <pc:docMk/>
            <pc:sldMk cId="1580223183" sldId="263"/>
            <ac:spMk id="4" creationId="{AF27E8E3-1420-38B1-3856-11879B004FD6}"/>
          </ac:spMkLst>
        </pc:spChg>
        <pc:spChg chg="del">
          <ac:chgData name="Osvaldo Luiz Santos Pereira" userId="c308351cf5a860c7" providerId="LiveId" clId="{3EF59E56-4CCE-4FE5-AF5F-969E092DDC67}" dt="2026-04-24T00:17:24.843" v="1267" actId="478"/>
          <ac:spMkLst>
            <pc:docMk/>
            <pc:sldMk cId="1580223183" sldId="263"/>
            <ac:spMk id="5" creationId="{97810DA4-7900-286E-7144-C09EC78EE8A6}"/>
          </ac:spMkLst>
        </pc:spChg>
        <pc:spChg chg="del">
          <ac:chgData name="Osvaldo Luiz Santos Pereira" userId="c308351cf5a860c7" providerId="LiveId" clId="{3EF59E56-4CCE-4FE5-AF5F-969E092DDC67}" dt="2026-04-24T00:17:24.843" v="1267" actId="478"/>
          <ac:spMkLst>
            <pc:docMk/>
            <pc:sldMk cId="1580223183" sldId="263"/>
            <ac:spMk id="9" creationId="{0A83C0D2-8840-4CCC-79FE-0EC231FCB6BE}"/>
          </ac:spMkLst>
        </pc:spChg>
        <pc:spChg chg="mod">
          <ac:chgData name="Osvaldo Luiz Santos Pereira" userId="c308351cf5a860c7" providerId="LiveId" clId="{3EF59E56-4CCE-4FE5-AF5F-969E092DDC67}" dt="2026-04-24T00:17:58.666" v="1306" actId="20577"/>
          <ac:spMkLst>
            <pc:docMk/>
            <pc:sldMk cId="1580223183" sldId="263"/>
            <ac:spMk id="12" creationId="{38620B9C-12BA-551F-7E05-750B8A7DCF7D}"/>
          </ac:spMkLst>
        </pc:spChg>
        <pc:spChg chg="add mod">
          <ac:chgData name="Osvaldo Luiz Santos Pereira" userId="c308351cf5a860c7" providerId="LiveId" clId="{3EF59E56-4CCE-4FE5-AF5F-969E092DDC67}" dt="2026-04-25T03:28:37.930" v="2824" actId="6549"/>
          <ac:spMkLst>
            <pc:docMk/>
            <pc:sldMk cId="1580223183" sldId="263"/>
            <ac:spMk id="15" creationId="{7C38F215-1CA0-4DA7-58FC-2BEACF675C02}"/>
          </ac:spMkLst>
        </pc:spChg>
        <pc:picChg chg="add mod">
          <ac:chgData name="Osvaldo Luiz Santos Pereira" userId="c308351cf5a860c7" providerId="LiveId" clId="{3EF59E56-4CCE-4FE5-AF5F-969E092DDC67}" dt="2026-04-24T00:35:08.059" v="1613" actId="14100"/>
          <ac:picMkLst>
            <pc:docMk/>
            <pc:sldMk cId="1580223183" sldId="263"/>
            <ac:picMk id="13" creationId="{E5D8B896-1843-B39C-3ADB-448DD9D1CA88}"/>
          </ac:picMkLst>
        </pc:picChg>
      </pc:sldChg>
      <pc:sldChg chg="add del">
        <pc:chgData name="Osvaldo Luiz Santos Pereira" userId="c308351cf5a860c7" providerId="LiveId" clId="{3EF59E56-4CCE-4FE5-AF5F-969E092DDC67}" dt="2026-04-24T01:22:39.985" v="1950" actId="47"/>
        <pc:sldMkLst>
          <pc:docMk/>
          <pc:sldMk cId="2344541412" sldId="264"/>
        </pc:sldMkLst>
      </pc:sldChg>
      <pc:sldChg chg="addSp delSp modSp add mod">
        <pc:chgData name="Osvaldo Luiz Santos Pereira" userId="c308351cf5a860c7" providerId="LiveId" clId="{3EF59E56-4CCE-4FE5-AF5F-969E092DDC67}" dt="2026-04-24T00:30:20.219" v="1492" actId="20577"/>
        <pc:sldMkLst>
          <pc:docMk/>
          <pc:sldMk cId="645366866" sldId="265"/>
        </pc:sldMkLst>
        <pc:spChg chg="del">
          <ac:chgData name="Osvaldo Luiz Santos Pereira" userId="c308351cf5a860c7" providerId="LiveId" clId="{3EF59E56-4CCE-4FE5-AF5F-969E092DDC67}" dt="2026-04-24T00:20:12.004" v="1313" actId="478"/>
          <ac:spMkLst>
            <pc:docMk/>
            <pc:sldMk cId="645366866" sldId="265"/>
            <ac:spMk id="2" creationId="{DE5CBFA9-1567-5837-CE3D-3A913BE0F773}"/>
          </ac:spMkLst>
        </pc:spChg>
        <pc:spChg chg="del">
          <ac:chgData name="Osvaldo Luiz Santos Pereira" userId="c308351cf5a860c7" providerId="LiveId" clId="{3EF59E56-4CCE-4FE5-AF5F-969E092DDC67}" dt="2026-04-24T00:20:12.004" v="1313" actId="478"/>
          <ac:spMkLst>
            <pc:docMk/>
            <pc:sldMk cId="645366866" sldId="265"/>
            <ac:spMk id="4" creationId="{7C4CDF6F-5DE0-BDEC-00A6-9EAA94D1523E}"/>
          </ac:spMkLst>
        </pc:spChg>
        <pc:spChg chg="del">
          <ac:chgData name="Osvaldo Luiz Santos Pereira" userId="c308351cf5a860c7" providerId="LiveId" clId="{3EF59E56-4CCE-4FE5-AF5F-969E092DDC67}" dt="2026-04-24T00:20:12.004" v="1313" actId="478"/>
          <ac:spMkLst>
            <pc:docMk/>
            <pc:sldMk cId="645366866" sldId="265"/>
            <ac:spMk id="5" creationId="{DF4FF97B-AA55-55DC-70DF-F4B5343AEF4E}"/>
          </ac:spMkLst>
        </pc:spChg>
        <pc:spChg chg="del">
          <ac:chgData name="Osvaldo Luiz Santos Pereira" userId="c308351cf5a860c7" providerId="LiveId" clId="{3EF59E56-4CCE-4FE5-AF5F-969E092DDC67}" dt="2026-04-24T00:20:12.004" v="1313" actId="478"/>
          <ac:spMkLst>
            <pc:docMk/>
            <pc:sldMk cId="645366866" sldId="265"/>
            <ac:spMk id="9" creationId="{60B651FB-B955-4883-0DD6-8B08B1F720B0}"/>
          </ac:spMkLst>
        </pc:spChg>
        <pc:spChg chg="mod">
          <ac:chgData name="Osvaldo Luiz Santos Pereira" userId="c308351cf5a860c7" providerId="LiveId" clId="{3EF59E56-4CCE-4FE5-AF5F-969E092DDC67}" dt="2026-04-24T00:30:20.219" v="1492" actId="20577"/>
          <ac:spMkLst>
            <pc:docMk/>
            <pc:sldMk cId="645366866" sldId="265"/>
            <ac:spMk id="12" creationId="{5AE22D27-49C0-434B-D57D-45222DFFD22F}"/>
          </ac:spMkLst>
        </pc:spChg>
        <pc:spChg chg="add del mod">
          <ac:chgData name="Osvaldo Luiz Santos Pereira" userId="c308351cf5a860c7" providerId="LiveId" clId="{3EF59E56-4CCE-4FE5-AF5F-969E092DDC67}" dt="2026-04-24T00:28:56.848" v="1448" actId="478"/>
          <ac:spMkLst>
            <pc:docMk/>
            <pc:sldMk cId="645366866" sldId="265"/>
            <ac:spMk id="13" creationId="{2DDBC328-7689-EBE7-18E9-696D65BE72AE}"/>
          </ac:spMkLst>
        </pc:spChg>
        <pc:spChg chg="add mod">
          <ac:chgData name="Osvaldo Luiz Santos Pereira" userId="c308351cf5a860c7" providerId="LiveId" clId="{3EF59E56-4CCE-4FE5-AF5F-969E092DDC67}" dt="2026-04-24T00:26:25.474" v="1397"/>
          <ac:spMkLst>
            <pc:docMk/>
            <pc:sldMk cId="645366866" sldId="265"/>
            <ac:spMk id="15" creationId="{2DDBC328-7689-EBE7-18E9-696D65BE72AE}"/>
          </ac:spMkLst>
        </pc:spChg>
        <pc:spChg chg="add del mod">
          <ac:chgData name="Osvaldo Luiz Santos Pereira" userId="c308351cf5a860c7" providerId="LiveId" clId="{3EF59E56-4CCE-4FE5-AF5F-969E092DDC67}" dt="2026-04-24T00:29:35.070" v="1464" actId="478"/>
          <ac:spMkLst>
            <pc:docMk/>
            <pc:sldMk cId="645366866" sldId="265"/>
            <ac:spMk id="16" creationId="{4D1E62A6-35DC-053F-BF32-23F2216887C4}"/>
          </ac:spMkLst>
        </pc:spChg>
        <pc:spChg chg="add del mod">
          <ac:chgData name="Osvaldo Luiz Santos Pereira" userId="c308351cf5a860c7" providerId="LiveId" clId="{3EF59E56-4CCE-4FE5-AF5F-969E092DDC67}" dt="2026-04-24T00:28:02.948" v="1430" actId="22"/>
          <ac:spMkLst>
            <pc:docMk/>
            <pc:sldMk cId="645366866" sldId="265"/>
            <ac:spMk id="18" creationId="{8A64F08E-EA7C-2BCD-F3E0-88C2ADED2E96}"/>
          </ac:spMkLst>
        </pc:spChg>
        <pc:spChg chg="add mod">
          <ac:chgData name="Osvaldo Luiz Santos Pereira" userId="c308351cf5a860c7" providerId="LiveId" clId="{3EF59E56-4CCE-4FE5-AF5F-969E092DDC67}" dt="2026-04-24T00:30:11.433" v="1473" actId="1076"/>
          <ac:spMkLst>
            <pc:docMk/>
            <pc:sldMk cId="645366866" sldId="265"/>
            <ac:spMk id="19" creationId="{7B0A86FD-ADD8-A4CC-C289-DE434879ED0D}"/>
          </ac:spMkLst>
        </pc:spChg>
        <pc:spChg chg="add mod">
          <ac:chgData name="Osvaldo Luiz Santos Pereira" userId="c308351cf5a860c7" providerId="LiveId" clId="{3EF59E56-4CCE-4FE5-AF5F-969E092DDC67}" dt="2026-04-24T00:30:11.433" v="1473" actId="1076"/>
          <ac:spMkLst>
            <pc:docMk/>
            <pc:sldMk cId="645366866" sldId="265"/>
            <ac:spMk id="20" creationId="{1D556364-848D-56C0-9052-0AAE409B93FF}"/>
          </ac:spMkLst>
        </pc:spChg>
        <pc:spChg chg="add mod">
          <ac:chgData name="Osvaldo Luiz Santos Pereira" userId="c308351cf5a860c7" providerId="LiveId" clId="{3EF59E56-4CCE-4FE5-AF5F-969E092DDC67}" dt="2026-04-24T00:30:11.433" v="1473" actId="1076"/>
          <ac:spMkLst>
            <pc:docMk/>
            <pc:sldMk cId="645366866" sldId="265"/>
            <ac:spMk id="21" creationId="{41612D68-7F41-7EDC-F37F-93A67B682A4A}"/>
          </ac:spMkLst>
        </pc:spChg>
        <pc:picChg chg="add del mod">
          <ac:chgData name="Osvaldo Luiz Santos Pereira" userId="c308351cf5a860c7" providerId="LiveId" clId="{3EF59E56-4CCE-4FE5-AF5F-969E092DDC67}" dt="2026-04-24T00:26:03.439" v="1388" actId="478"/>
          <ac:picMkLst>
            <pc:docMk/>
            <pc:sldMk cId="645366866" sldId="265"/>
            <ac:picMk id="3" creationId="{FA0C15CA-39DB-216F-0385-6DCD4D96E3B9}"/>
          </ac:picMkLst>
        </pc:picChg>
      </pc:sldChg>
      <pc:sldChg chg="addSp delSp modSp add mod">
        <pc:chgData name="Osvaldo Luiz Santos Pereira" userId="c308351cf5a860c7" providerId="LiveId" clId="{3EF59E56-4CCE-4FE5-AF5F-969E092DDC67}" dt="2026-04-25T02:19:49.327" v="2548" actId="20577"/>
        <pc:sldMkLst>
          <pc:docMk/>
          <pc:sldMk cId="1782437825" sldId="266"/>
        </pc:sldMkLst>
        <pc:spChg chg="del">
          <ac:chgData name="Osvaldo Luiz Santos Pereira" userId="c308351cf5a860c7" providerId="LiveId" clId="{3EF59E56-4CCE-4FE5-AF5F-969E092DDC67}" dt="2026-04-24T01:59:53.717" v="2287" actId="478"/>
          <ac:spMkLst>
            <pc:docMk/>
            <pc:sldMk cId="1782437825" sldId="266"/>
            <ac:spMk id="2" creationId="{FE17A15F-E6F1-D9E5-536D-C160A41882E2}"/>
          </ac:spMkLst>
        </pc:spChg>
        <pc:spChg chg="add mod">
          <ac:chgData name="Osvaldo Luiz Santos Pereira" userId="c308351cf5a860c7" providerId="LiveId" clId="{3EF59E56-4CCE-4FE5-AF5F-969E092DDC67}" dt="2026-04-24T02:02:33.438" v="2306" actId="1076"/>
          <ac:spMkLst>
            <pc:docMk/>
            <pc:sldMk cId="1782437825" sldId="266"/>
            <ac:spMk id="3" creationId="{B6F3E1C0-03B1-7D06-5615-70C154557EB5}"/>
          </ac:spMkLst>
        </pc:spChg>
        <pc:spChg chg="del">
          <ac:chgData name="Osvaldo Luiz Santos Pereira" userId="c308351cf5a860c7" providerId="LiveId" clId="{3EF59E56-4CCE-4FE5-AF5F-969E092DDC67}" dt="2026-04-24T01:59:53.717" v="2287" actId="478"/>
          <ac:spMkLst>
            <pc:docMk/>
            <pc:sldMk cId="1782437825" sldId="266"/>
            <ac:spMk id="4" creationId="{7929D2C1-CAF4-1CD9-CE36-C56FAD9F9541}"/>
          </ac:spMkLst>
        </pc:spChg>
        <pc:spChg chg="del">
          <ac:chgData name="Osvaldo Luiz Santos Pereira" userId="c308351cf5a860c7" providerId="LiveId" clId="{3EF59E56-4CCE-4FE5-AF5F-969E092DDC67}" dt="2026-04-24T01:59:53.717" v="2287" actId="478"/>
          <ac:spMkLst>
            <pc:docMk/>
            <pc:sldMk cId="1782437825" sldId="266"/>
            <ac:spMk id="5" creationId="{ABC48687-22A1-7B92-1686-71DF35A54BEE}"/>
          </ac:spMkLst>
        </pc:spChg>
        <pc:spChg chg="del">
          <ac:chgData name="Osvaldo Luiz Santos Pereira" userId="c308351cf5a860c7" providerId="LiveId" clId="{3EF59E56-4CCE-4FE5-AF5F-969E092DDC67}" dt="2026-04-24T01:59:53.717" v="2287" actId="478"/>
          <ac:spMkLst>
            <pc:docMk/>
            <pc:sldMk cId="1782437825" sldId="266"/>
            <ac:spMk id="9" creationId="{A5FD0534-EC19-E1EF-83BC-90991386EE30}"/>
          </ac:spMkLst>
        </pc:spChg>
        <pc:spChg chg="mod">
          <ac:chgData name="Osvaldo Luiz Santos Pereira" userId="c308351cf5a860c7" providerId="LiveId" clId="{3EF59E56-4CCE-4FE5-AF5F-969E092DDC67}" dt="2026-04-24T02:02:39.713" v="2307"/>
          <ac:spMkLst>
            <pc:docMk/>
            <pc:sldMk cId="1782437825" sldId="266"/>
            <ac:spMk id="12" creationId="{805DBCD5-112D-601A-7161-1B3E8544891A}"/>
          </ac:spMkLst>
        </pc:spChg>
        <pc:spChg chg="add mod">
          <ac:chgData name="Osvaldo Luiz Santos Pereira" userId="c308351cf5a860c7" providerId="LiveId" clId="{3EF59E56-4CCE-4FE5-AF5F-969E092DDC67}" dt="2026-04-25T01:20:08.088" v="2389" actId="1076"/>
          <ac:spMkLst>
            <pc:docMk/>
            <pc:sldMk cId="1782437825" sldId="266"/>
            <ac:spMk id="13" creationId="{B17F5CB6-2E71-B19B-512B-0C46FDBE78D6}"/>
          </ac:spMkLst>
        </pc:spChg>
        <pc:spChg chg="add mod">
          <ac:chgData name="Osvaldo Luiz Santos Pereira" userId="c308351cf5a860c7" providerId="LiveId" clId="{3EF59E56-4CCE-4FE5-AF5F-969E092DDC67}" dt="2026-04-25T02:19:49.327" v="2548" actId="20577"/>
          <ac:spMkLst>
            <pc:docMk/>
            <pc:sldMk cId="1782437825" sldId="266"/>
            <ac:spMk id="15" creationId="{11073247-F26F-E708-8BED-A6C5882E0C89}"/>
          </ac:spMkLst>
        </pc:spChg>
        <pc:spChg chg="add mod">
          <ac:chgData name="Osvaldo Luiz Santos Pereira" userId="c308351cf5a860c7" providerId="LiveId" clId="{3EF59E56-4CCE-4FE5-AF5F-969E092DDC67}" dt="2026-04-25T01:20:14.063" v="2390" actId="1076"/>
          <ac:spMkLst>
            <pc:docMk/>
            <pc:sldMk cId="1782437825" sldId="266"/>
            <ac:spMk id="16" creationId="{57AF50F3-52BB-FEF0-181E-22B21ECA1FDA}"/>
          </ac:spMkLst>
        </pc:spChg>
        <pc:spChg chg="add del mod">
          <ac:chgData name="Osvaldo Luiz Santos Pereira" userId="c308351cf5a860c7" providerId="LiveId" clId="{3EF59E56-4CCE-4FE5-AF5F-969E092DDC67}" dt="2026-04-25T01:20:28.748" v="2393" actId="478"/>
          <ac:spMkLst>
            <pc:docMk/>
            <pc:sldMk cId="1782437825" sldId="266"/>
            <ac:spMk id="17" creationId="{EE90A465-9E32-97BE-67F4-FCD9008684FC}"/>
          </ac:spMkLst>
        </pc:spChg>
        <pc:cxnChg chg="add mod">
          <ac:chgData name="Osvaldo Luiz Santos Pereira" userId="c308351cf5a860c7" providerId="LiveId" clId="{3EF59E56-4CCE-4FE5-AF5F-969E092DDC67}" dt="2026-04-25T01:20:53.688" v="2397" actId="208"/>
          <ac:cxnSpMkLst>
            <pc:docMk/>
            <pc:sldMk cId="1782437825" sldId="266"/>
            <ac:cxnSpMk id="19" creationId="{EA301F37-735C-E5D8-0B60-DE6EA36626AF}"/>
          </ac:cxnSpMkLst>
        </pc:cxnChg>
      </pc:sldChg>
      <pc:sldChg chg="add del">
        <pc:chgData name="Osvaldo Luiz Santos Pereira" userId="c308351cf5a860c7" providerId="LiveId" clId="{3EF59E56-4CCE-4FE5-AF5F-969E092DDC67}" dt="2026-04-24T00:20:15.713" v="1316" actId="47"/>
        <pc:sldMkLst>
          <pc:docMk/>
          <pc:sldMk cId="349997925" sldId="267"/>
        </pc:sldMkLst>
      </pc:sldChg>
      <pc:sldChg chg="addSp delSp modSp add mod">
        <pc:chgData name="Osvaldo Luiz Santos Pereira" userId="c308351cf5a860c7" providerId="LiveId" clId="{3EF59E56-4CCE-4FE5-AF5F-969E092DDC67}" dt="2026-04-24T01:43:03.007" v="2091" actId="20577"/>
        <pc:sldMkLst>
          <pc:docMk/>
          <pc:sldMk cId="3474431467" sldId="268"/>
        </pc:sldMkLst>
        <pc:spChg chg="add del">
          <ac:chgData name="Osvaldo Luiz Santos Pereira" userId="c308351cf5a860c7" providerId="LiveId" clId="{3EF59E56-4CCE-4FE5-AF5F-969E092DDC67}" dt="2026-04-24T01:38:52.996" v="1957" actId="22"/>
          <ac:spMkLst>
            <pc:docMk/>
            <pc:sldMk cId="3474431467" sldId="268"/>
            <ac:spMk id="3" creationId="{B6074A49-DD31-0334-FF5D-0F82A829480B}"/>
          </ac:spMkLst>
        </pc:spChg>
        <pc:spChg chg="add mod">
          <ac:chgData name="Osvaldo Luiz Santos Pereira" userId="c308351cf5a860c7" providerId="LiveId" clId="{3EF59E56-4CCE-4FE5-AF5F-969E092DDC67}" dt="2026-04-24T01:40:58.164" v="2005" actId="403"/>
          <ac:spMkLst>
            <pc:docMk/>
            <pc:sldMk cId="3474431467" sldId="268"/>
            <ac:spMk id="4" creationId="{63FEE18B-F78D-94F5-BFE9-F31DEA601CB3}"/>
          </ac:spMkLst>
        </pc:spChg>
        <pc:spChg chg="add mod">
          <ac:chgData name="Osvaldo Luiz Santos Pereira" userId="c308351cf5a860c7" providerId="LiveId" clId="{3EF59E56-4CCE-4FE5-AF5F-969E092DDC67}" dt="2026-04-24T01:42:17.546" v="2068" actId="1076"/>
          <ac:spMkLst>
            <pc:docMk/>
            <pc:sldMk cId="3474431467" sldId="268"/>
            <ac:spMk id="5" creationId="{B8DA600C-8E2F-599D-6A64-A16A043A80D9}"/>
          </ac:spMkLst>
        </pc:spChg>
        <pc:spChg chg="add mod">
          <ac:chgData name="Osvaldo Luiz Santos Pereira" userId="c308351cf5a860c7" providerId="LiveId" clId="{3EF59E56-4CCE-4FE5-AF5F-969E092DDC67}" dt="2026-04-24T01:42:40.077" v="2072" actId="1582"/>
          <ac:spMkLst>
            <pc:docMk/>
            <pc:sldMk cId="3474431467" sldId="268"/>
            <ac:spMk id="9" creationId="{90E0E8FD-2864-8249-CFC9-02096163657E}"/>
          </ac:spMkLst>
        </pc:spChg>
        <pc:spChg chg="mod">
          <ac:chgData name="Osvaldo Luiz Santos Pereira" userId="c308351cf5a860c7" providerId="LiveId" clId="{3EF59E56-4CCE-4FE5-AF5F-969E092DDC67}" dt="2026-04-24T01:43:03.007" v="2091" actId="20577"/>
          <ac:spMkLst>
            <pc:docMk/>
            <pc:sldMk cId="3474431467" sldId="268"/>
            <ac:spMk id="12" creationId="{5A71BD5E-ACD0-1EAF-B6CC-34BC515E33F0}"/>
          </ac:spMkLst>
        </pc:spChg>
      </pc:sldChg>
      <pc:sldChg chg="addSp modSp add mod">
        <pc:chgData name="Osvaldo Luiz Santos Pereira" userId="c308351cf5a860c7" providerId="LiveId" clId="{3EF59E56-4CCE-4FE5-AF5F-969E092DDC67}" dt="2026-04-24T01:53:48.300" v="2189" actId="20577"/>
        <pc:sldMkLst>
          <pc:docMk/>
          <pc:sldMk cId="747896386" sldId="269"/>
        </pc:sldMkLst>
        <pc:spChg chg="add mod">
          <ac:chgData name="Osvaldo Luiz Santos Pereira" userId="c308351cf5a860c7" providerId="LiveId" clId="{3EF59E56-4CCE-4FE5-AF5F-969E092DDC67}" dt="2026-04-24T01:51:52.230" v="2093" actId="1076"/>
          <ac:spMkLst>
            <pc:docMk/>
            <pc:sldMk cId="747896386" sldId="269"/>
            <ac:spMk id="2" creationId="{9F5CBF59-B7BE-35FB-C133-CA9C74363ED4}"/>
          </ac:spMkLst>
        </pc:spChg>
        <pc:spChg chg="add mod">
          <ac:chgData name="Osvaldo Luiz Santos Pereira" userId="c308351cf5a860c7" providerId="LiveId" clId="{3EF59E56-4CCE-4FE5-AF5F-969E092DDC67}" dt="2026-04-24T01:52:47.752" v="2130" actId="1076"/>
          <ac:spMkLst>
            <pc:docMk/>
            <pc:sldMk cId="747896386" sldId="269"/>
            <ac:spMk id="3" creationId="{77396E4C-68B6-AE3D-9303-44D11EFC931B}"/>
          </ac:spMkLst>
        </pc:spChg>
        <pc:spChg chg="add mod">
          <ac:chgData name="Osvaldo Luiz Santos Pereira" userId="c308351cf5a860c7" providerId="LiveId" clId="{3EF59E56-4CCE-4FE5-AF5F-969E092DDC67}" dt="2026-04-24T01:53:15.666" v="2146"/>
          <ac:spMkLst>
            <pc:docMk/>
            <pc:sldMk cId="747896386" sldId="269"/>
            <ac:spMk id="4" creationId="{86F5CD4C-DDAA-18CF-DD9B-F91D6BCAC2A8}"/>
          </ac:spMkLst>
        </pc:spChg>
        <pc:spChg chg="add mod">
          <ac:chgData name="Osvaldo Luiz Santos Pereira" userId="c308351cf5a860c7" providerId="LiveId" clId="{3EF59E56-4CCE-4FE5-AF5F-969E092DDC67}" dt="2026-04-24T01:53:27.099" v="2148" actId="1076"/>
          <ac:spMkLst>
            <pc:docMk/>
            <pc:sldMk cId="747896386" sldId="269"/>
            <ac:spMk id="5" creationId="{C4EBF0EF-1D20-D9CF-3A4C-46338D7F6415}"/>
          </ac:spMkLst>
        </pc:spChg>
        <pc:spChg chg="mod">
          <ac:chgData name="Osvaldo Luiz Santos Pereira" userId="c308351cf5a860c7" providerId="LiveId" clId="{3EF59E56-4CCE-4FE5-AF5F-969E092DDC67}" dt="2026-04-24T01:53:48.300" v="2189" actId="20577"/>
          <ac:spMkLst>
            <pc:docMk/>
            <pc:sldMk cId="747896386" sldId="269"/>
            <ac:spMk id="12" creationId="{B97F18B7-3F60-DFB6-096F-EF629856ECE0}"/>
          </ac:spMkLst>
        </pc:spChg>
      </pc:sldChg>
      <pc:sldChg chg="addSp modSp add mod">
        <pc:chgData name="Osvaldo Luiz Santos Pereira" userId="c308351cf5a860c7" providerId="LiveId" clId="{3EF59E56-4CCE-4FE5-AF5F-969E092DDC67}" dt="2026-04-25T02:03:06.257" v="2485" actId="1076"/>
        <pc:sldMkLst>
          <pc:docMk/>
          <pc:sldMk cId="2115063523" sldId="270"/>
        </pc:sldMkLst>
        <pc:spChg chg="add mod">
          <ac:chgData name="Osvaldo Luiz Santos Pereira" userId="c308351cf5a860c7" providerId="LiveId" clId="{3EF59E56-4CCE-4FE5-AF5F-969E092DDC67}" dt="2026-04-24T01:55:10.540" v="2197" actId="20577"/>
          <ac:spMkLst>
            <pc:docMk/>
            <pc:sldMk cId="2115063523" sldId="270"/>
            <ac:spMk id="2" creationId="{3FBE3478-907B-8E78-53AE-AFF3CC0605C2}"/>
          </ac:spMkLst>
        </pc:spChg>
        <pc:spChg chg="add mod">
          <ac:chgData name="Osvaldo Luiz Santos Pereira" userId="c308351cf5a860c7" providerId="LiveId" clId="{3EF59E56-4CCE-4FE5-AF5F-969E092DDC67}" dt="2026-04-25T02:03:06.257" v="2485" actId="1076"/>
          <ac:spMkLst>
            <pc:docMk/>
            <pc:sldMk cId="2115063523" sldId="270"/>
            <ac:spMk id="3" creationId="{52B8EEB4-AA7C-F663-2182-A53288AE31A2}"/>
          </ac:spMkLst>
        </pc:spChg>
        <pc:spChg chg="add mod">
          <ac:chgData name="Osvaldo Luiz Santos Pereira" userId="c308351cf5a860c7" providerId="LiveId" clId="{3EF59E56-4CCE-4FE5-AF5F-969E092DDC67}" dt="2026-04-24T01:59:44.906" v="2285" actId="1076"/>
          <ac:spMkLst>
            <pc:docMk/>
            <pc:sldMk cId="2115063523" sldId="270"/>
            <ac:spMk id="4" creationId="{F273ACD4-ECBF-1968-D46B-98DD6D35C82D}"/>
          </ac:spMkLst>
        </pc:spChg>
        <pc:spChg chg="add mod">
          <ac:chgData name="Osvaldo Luiz Santos Pereira" userId="c308351cf5a860c7" providerId="LiveId" clId="{3EF59E56-4CCE-4FE5-AF5F-969E092DDC67}" dt="2026-04-24T01:59:44.906" v="2285" actId="1076"/>
          <ac:spMkLst>
            <pc:docMk/>
            <pc:sldMk cId="2115063523" sldId="270"/>
            <ac:spMk id="5" creationId="{B6AA217E-0C8A-F4A6-B72E-182E5951FB0A}"/>
          </ac:spMkLst>
        </pc:spChg>
        <pc:spChg chg="add mod">
          <ac:chgData name="Osvaldo Luiz Santos Pereira" userId="c308351cf5a860c7" providerId="LiveId" clId="{3EF59E56-4CCE-4FE5-AF5F-969E092DDC67}" dt="2026-04-24T01:58:57.092" v="2276" actId="571"/>
          <ac:spMkLst>
            <pc:docMk/>
            <pc:sldMk cId="2115063523" sldId="270"/>
            <ac:spMk id="9" creationId="{6A1C5590-9681-FDB1-BE8B-1F750ED227A9}"/>
          </ac:spMkLst>
        </pc:spChg>
        <pc:spChg chg="mod">
          <ac:chgData name="Osvaldo Luiz Santos Pereira" userId="c308351cf5a860c7" providerId="LiveId" clId="{3EF59E56-4CCE-4FE5-AF5F-969E092DDC67}" dt="2026-04-24T02:01:12.706" v="2304" actId="20577"/>
          <ac:spMkLst>
            <pc:docMk/>
            <pc:sldMk cId="2115063523" sldId="270"/>
            <ac:spMk id="12" creationId="{DFF65C3B-C0C0-1914-8775-EC6AA1E29720}"/>
          </ac:spMkLst>
        </pc:spChg>
        <pc:spChg chg="add mod">
          <ac:chgData name="Osvaldo Luiz Santos Pereira" userId="c308351cf5a860c7" providerId="LiveId" clId="{3EF59E56-4CCE-4FE5-AF5F-969E092DDC67}" dt="2026-04-24T01:58:57.092" v="2276" actId="571"/>
          <ac:spMkLst>
            <pc:docMk/>
            <pc:sldMk cId="2115063523" sldId="270"/>
            <ac:spMk id="13" creationId="{1EA0C3B3-130D-0A3A-66C3-25498D9BF11E}"/>
          </ac:spMkLst>
        </pc:spChg>
        <pc:spChg chg="add mod">
          <ac:chgData name="Osvaldo Luiz Santos Pereira" userId="c308351cf5a860c7" providerId="LiveId" clId="{3EF59E56-4CCE-4FE5-AF5F-969E092DDC67}" dt="2026-04-24T01:59:46.607" v="2286" actId="1076"/>
          <ac:spMkLst>
            <pc:docMk/>
            <pc:sldMk cId="2115063523" sldId="270"/>
            <ac:spMk id="15" creationId="{0758A96D-738D-1770-A125-81667232DEC9}"/>
          </ac:spMkLst>
        </pc:spChg>
        <pc:spChg chg="add mod">
          <ac:chgData name="Osvaldo Luiz Santos Pereira" userId="c308351cf5a860c7" providerId="LiveId" clId="{3EF59E56-4CCE-4FE5-AF5F-969E092DDC67}" dt="2026-04-25T02:03:06.257" v="2485" actId="1076"/>
          <ac:spMkLst>
            <pc:docMk/>
            <pc:sldMk cId="2115063523" sldId="270"/>
            <ac:spMk id="16" creationId="{1D9ED491-1A01-7840-4F84-D3D76FA316AC}"/>
          </ac:spMkLst>
        </pc:spChg>
        <pc:spChg chg="add mod">
          <ac:chgData name="Osvaldo Luiz Santos Pereira" userId="c308351cf5a860c7" providerId="LiveId" clId="{3EF59E56-4CCE-4FE5-AF5F-969E092DDC67}" dt="2026-04-25T02:03:06.257" v="2485" actId="1076"/>
          <ac:spMkLst>
            <pc:docMk/>
            <pc:sldMk cId="2115063523" sldId="270"/>
            <ac:spMk id="17" creationId="{EC7F0FBD-630E-1124-AD50-CF41E330D2AF}"/>
          </ac:spMkLst>
        </pc:spChg>
        <pc:spChg chg="add mod">
          <ac:chgData name="Osvaldo Luiz Santos Pereira" userId="c308351cf5a860c7" providerId="LiveId" clId="{3EF59E56-4CCE-4FE5-AF5F-969E092DDC67}" dt="2026-04-25T02:03:06.257" v="2485" actId="1076"/>
          <ac:spMkLst>
            <pc:docMk/>
            <pc:sldMk cId="2115063523" sldId="270"/>
            <ac:spMk id="18" creationId="{E05183A6-98B5-4636-B6BE-8143C1637E79}"/>
          </ac:spMkLst>
        </pc:spChg>
      </pc:sldChg>
      <pc:sldChg chg="modSp add mod">
        <pc:chgData name="Osvaldo Luiz Santos Pereira" userId="c308351cf5a860c7" providerId="LiveId" clId="{3EF59E56-4CCE-4FE5-AF5F-969E092DDC67}" dt="2026-04-24T00:38:19.901" v="1687" actId="20577"/>
        <pc:sldMkLst>
          <pc:docMk/>
          <pc:sldMk cId="28411457" sldId="271"/>
        </pc:sldMkLst>
        <pc:spChg chg="mod">
          <ac:chgData name="Osvaldo Luiz Santos Pereira" userId="c308351cf5a860c7" providerId="LiveId" clId="{3EF59E56-4CCE-4FE5-AF5F-969E092DDC67}" dt="2026-04-24T00:37:04.921" v="1627" actId="20577"/>
          <ac:spMkLst>
            <pc:docMk/>
            <pc:sldMk cId="28411457" sldId="271"/>
            <ac:spMk id="12" creationId="{54F7B0B6-104C-2DDD-CFF1-CA56A79067C7}"/>
          </ac:spMkLst>
        </pc:spChg>
        <pc:spChg chg="mod">
          <ac:chgData name="Osvaldo Luiz Santos Pereira" userId="c308351cf5a860c7" providerId="LiveId" clId="{3EF59E56-4CCE-4FE5-AF5F-969E092DDC67}" dt="2026-04-24T00:37:34.131" v="1647" actId="6549"/>
          <ac:spMkLst>
            <pc:docMk/>
            <pc:sldMk cId="28411457" sldId="271"/>
            <ac:spMk id="19" creationId="{C89227E7-8D47-8356-1F7D-9E1114A31802}"/>
          </ac:spMkLst>
        </pc:spChg>
        <pc:spChg chg="mod">
          <ac:chgData name="Osvaldo Luiz Santos Pereira" userId="c308351cf5a860c7" providerId="LiveId" clId="{3EF59E56-4CCE-4FE5-AF5F-969E092DDC67}" dt="2026-04-24T00:38:00.150" v="1667" actId="20577"/>
          <ac:spMkLst>
            <pc:docMk/>
            <pc:sldMk cId="28411457" sldId="271"/>
            <ac:spMk id="20" creationId="{C1F1FDA2-5EF1-C3B3-2972-F7D643D28B23}"/>
          </ac:spMkLst>
        </pc:spChg>
        <pc:spChg chg="mod">
          <ac:chgData name="Osvaldo Luiz Santos Pereira" userId="c308351cf5a860c7" providerId="LiveId" clId="{3EF59E56-4CCE-4FE5-AF5F-969E092DDC67}" dt="2026-04-24T00:38:19.901" v="1687" actId="20577"/>
          <ac:spMkLst>
            <pc:docMk/>
            <pc:sldMk cId="28411457" sldId="271"/>
            <ac:spMk id="21" creationId="{12DE9992-A3E5-3732-CAF7-929A2191DB79}"/>
          </ac:spMkLst>
        </pc:spChg>
      </pc:sldChg>
      <pc:sldChg chg="addSp delSp modSp add mod">
        <pc:chgData name="Osvaldo Luiz Santos Pereira" userId="c308351cf5a860c7" providerId="LiveId" clId="{3EF59E56-4CCE-4FE5-AF5F-969E092DDC67}" dt="2026-04-24T01:26:12.196" v="1952" actId="22"/>
        <pc:sldMkLst>
          <pc:docMk/>
          <pc:sldMk cId="2294781259" sldId="272"/>
        </pc:sldMkLst>
        <pc:spChg chg="add del">
          <ac:chgData name="Osvaldo Luiz Santos Pereira" userId="c308351cf5a860c7" providerId="LiveId" clId="{3EF59E56-4CCE-4FE5-AF5F-969E092DDC67}" dt="2026-04-24T01:26:12.196" v="1952" actId="22"/>
          <ac:spMkLst>
            <pc:docMk/>
            <pc:sldMk cId="2294781259" sldId="272"/>
            <ac:spMk id="3" creationId="{F7018284-ABBC-4B8C-CDCD-A60B9826483A}"/>
          </ac:spMkLst>
        </pc:spChg>
        <pc:spChg chg="mod">
          <ac:chgData name="Osvaldo Luiz Santos Pereira" userId="c308351cf5a860c7" providerId="LiveId" clId="{3EF59E56-4CCE-4FE5-AF5F-969E092DDC67}" dt="2026-04-24T01:18:37.787" v="1864" actId="20577"/>
          <ac:spMkLst>
            <pc:docMk/>
            <pc:sldMk cId="2294781259" sldId="272"/>
            <ac:spMk id="12" creationId="{DA0B13DD-012C-D211-9AF3-CEC8DB17B85F}"/>
          </ac:spMkLst>
        </pc:spChg>
        <pc:spChg chg="mod">
          <ac:chgData name="Osvaldo Luiz Santos Pereira" userId="c308351cf5a860c7" providerId="LiveId" clId="{3EF59E56-4CCE-4FE5-AF5F-969E092DDC67}" dt="2026-04-24T01:17:28.613" v="1839" actId="20577"/>
          <ac:spMkLst>
            <pc:docMk/>
            <pc:sldMk cId="2294781259" sldId="272"/>
            <ac:spMk id="19" creationId="{7F98D68C-DC01-0521-C8E2-B168396B6F74}"/>
          </ac:spMkLst>
        </pc:spChg>
        <pc:spChg chg="mod">
          <ac:chgData name="Osvaldo Luiz Santos Pereira" userId="c308351cf5a860c7" providerId="LiveId" clId="{3EF59E56-4CCE-4FE5-AF5F-969E092DDC67}" dt="2026-04-24T01:17:34.808" v="1840"/>
          <ac:spMkLst>
            <pc:docMk/>
            <pc:sldMk cId="2294781259" sldId="272"/>
            <ac:spMk id="20" creationId="{F56E3926-1693-323D-9BCF-E90B54A73E57}"/>
          </ac:spMkLst>
        </pc:spChg>
        <pc:spChg chg="mod">
          <ac:chgData name="Osvaldo Luiz Santos Pereira" userId="c308351cf5a860c7" providerId="LiveId" clId="{3EF59E56-4CCE-4FE5-AF5F-969E092DDC67}" dt="2026-04-24T01:17:37.013" v="1841"/>
          <ac:spMkLst>
            <pc:docMk/>
            <pc:sldMk cId="2294781259" sldId="272"/>
            <ac:spMk id="21" creationId="{B640D438-D4FB-69EF-CB6A-33A4B0F85704}"/>
          </ac:spMkLst>
        </pc:spChg>
      </pc:sldChg>
      <pc:sldChg chg="modSp add mod">
        <pc:chgData name="Osvaldo Luiz Santos Pereira" userId="c308351cf5a860c7" providerId="LiveId" clId="{3EF59E56-4CCE-4FE5-AF5F-969E092DDC67}" dt="2026-04-24T01:22:02.662" v="1949" actId="20577"/>
        <pc:sldMkLst>
          <pc:docMk/>
          <pc:sldMk cId="4097164658" sldId="273"/>
        </pc:sldMkLst>
        <pc:spChg chg="mod">
          <ac:chgData name="Osvaldo Luiz Santos Pereira" userId="c308351cf5a860c7" providerId="LiveId" clId="{3EF59E56-4CCE-4FE5-AF5F-969E092DDC67}" dt="2026-04-24T01:18:45.739" v="1873" actId="20577"/>
          <ac:spMkLst>
            <pc:docMk/>
            <pc:sldMk cId="4097164658" sldId="273"/>
            <ac:spMk id="12" creationId="{953B6E0A-95A5-AE1B-080B-25BB475E41BB}"/>
          </ac:spMkLst>
        </pc:spChg>
        <pc:spChg chg="mod">
          <ac:chgData name="Osvaldo Luiz Santos Pereira" userId="c308351cf5a860c7" providerId="LiveId" clId="{3EF59E56-4CCE-4FE5-AF5F-969E092DDC67}" dt="2026-04-24T01:21:18.559" v="1898" actId="20577"/>
          <ac:spMkLst>
            <pc:docMk/>
            <pc:sldMk cId="4097164658" sldId="273"/>
            <ac:spMk id="19" creationId="{52DD74EB-50DF-FD7D-F3BC-1A6902014215}"/>
          </ac:spMkLst>
        </pc:spChg>
        <pc:spChg chg="mod">
          <ac:chgData name="Osvaldo Luiz Santos Pereira" userId="c308351cf5a860c7" providerId="LiveId" clId="{3EF59E56-4CCE-4FE5-AF5F-969E092DDC67}" dt="2026-04-24T01:21:43.103" v="1924" actId="20577"/>
          <ac:spMkLst>
            <pc:docMk/>
            <pc:sldMk cId="4097164658" sldId="273"/>
            <ac:spMk id="20" creationId="{24810EBC-78D2-E7A8-AF63-D2678CD01AEA}"/>
          </ac:spMkLst>
        </pc:spChg>
        <pc:spChg chg="mod">
          <ac:chgData name="Osvaldo Luiz Santos Pereira" userId="c308351cf5a860c7" providerId="LiveId" clId="{3EF59E56-4CCE-4FE5-AF5F-969E092DDC67}" dt="2026-04-24T01:22:02.662" v="1949" actId="20577"/>
          <ac:spMkLst>
            <pc:docMk/>
            <pc:sldMk cId="4097164658" sldId="273"/>
            <ac:spMk id="21" creationId="{7527274E-650A-CED3-F63C-7172B4368BB4}"/>
          </ac:spMkLst>
        </pc:spChg>
      </pc:sldChg>
      <pc:sldChg chg="delSp modSp add mod">
        <pc:chgData name="Osvaldo Luiz Santos Pereira" userId="c308351cf5a860c7" providerId="LiveId" clId="{3EF59E56-4CCE-4FE5-AF5F-969E092DDC67}" dt="2026-04-24T01:26:21.960" v="1955" actId="1076"/>
        <pc:sldMkLst>
          <pc:docMk/>
          <pc:sldMk cId="121993051" sldId="274"/>
        </pc:sldMkLst>
        <pc:spChg chg="del">
          <ac:chgData name="Osvaldo Luiz Santos Pereira" userId="c308351cf5a860c7" providerId="LiveId" clId="{3EF59E56-4CCE-4FE5-AF5F-969E092DDC67}" dt="2026-04-24T01:26:17.824" v="1954" actId="478"/>
          <ac:spMkLst>
            <pc:docMk/>
            <pc:sldMk cId="121993051" sldId="274"/>
            <ac:spMk id="15" creationId="{8B46C871-6C0B-F58B-8758-725706D62BCD}"/>
          </ac:spMkLst>
        </pc:spChg>
        <pc:picChg chg="mod">
          <ac:chgData name="Osvaldo Luiz Santos Pereira" userId="c308351cf5a860c7" providerId="LiveId" clId="{3EF59E56-4CCE-4FE5-AF5F-969E092DDC67}" dt="2026-04-24T01:26:21.960" v="1955" actId="1076"/>
          <ac:picMkLst>
            <pc:docMk/>
            <pc:sldMk cId="121993051" sldId="274"/>
            <ac:picMk id="13" creationId="{410AD0F9-F668-D7B9-AAF8-6888355835AF}"/>
          </ac:picMkLst>
        </pc:picChg>
      </pc:sldChg>
      <pc:sldChg chg="addSp modSp add mod">
        <pc:chgData name="Osvaldo Luiz Santos Pereira" userId="c308351cf5a860c7" providerId="LiveId" clId="{3EF59E56-4CCE-4FE5-AF5F-969E092DDC67}" dt="2026-04-25T02:21:06.388" v="2596" actId="1076"/>
        <pc:sldMkLst>
          <pc:docMk/>
          <pc:sldMk cId="533798611" sldId="275"/>
        </pc:sldMkLst>
        <pc:spChg chg="add mod">
          <ac:chgData name="Osvaldo Luiz Santos Pereira" userId="c308351cf5a860c7" providerId="LiveId" clId="{3EF59E56-4CCE-4FE5-AF5F-969E092DDC67}" dt="2026-04-25T02:18:29.575" v="2517" actId="1076"/>
          <ac:spMkLst>
            <pc:docMk/>
            <pc:sldMk cId="533798611" sldId="275"/>
            <ac:spMk id="2" creationId="{322D93D5-6BAB-65E4-B7A1-DCBFB77F5D76}"/>
          </ac:spMkLst>
        </pc:spChg>
        <pc:spChg chg="add mod">
          <ac:chgData name="Osvaldo Luiz Santos Pereira" userId="c308351cf5a860c7" providerId="LiveId" clId="{3EF59E56-4CCE-4FE5-AF5F-969E092DDC67}" dt="2026-04-25T02:19:45.641" v="2547" actId="20577"/>
          <ac:spMkLst>
            <pc:docMk/>
            <pc:sldMk cId="533798611" sldId="275"/>
            <ac:spMk id="3" creationId="{FB3323D0-F5D7-DE79-C02D-630724DCD663}"/>
          </ac:spMkLst>
        </pc:spChg>
        <pc:spChg chg="add mod">
          <ac:chgData name="Osvaldo Luiz Santos Pereira" userId="c308351cf5a860c7" providerId="LiveId" clId="{3EF59E56-4CCE-4FE5-AF5F-969E092DDC67}" dt="2026-04-25T02:18:29.575" v="2517" actId="1076"/>
          <ac:spMkLst>
            <pc:docMk/>
            <pc:sldMk cId="533798611" sldId="275"/>
            <ac:spMk id="4" creationId="{2AF9CCBF-900F-F2BF-2E45-856385B54824}"/>
          </ac:spMkLst>
        </pc:spChg>
        <pc:spChg chg="add mod">
          <ac:chgData name="Osvaldo Luiz Santos Pereira" userId="c308351cf5a860c7" providerId="LiveId" clId="{3EF59E56-4CCE-4FE5-AF5F-969E092DDC67}" dt="2026-04-25T02:16:04.531" v="2495" actId="571"/>
          <ac:spMkLst>
            <pc:docMk/>
            <pc:sldMk cId="533798611" sldId="275"/>
            <ac:spMk id="5" creationId="{3736B76E-0A7A-A909-29D9-67FC9A91391B}"/>
          </ac:spMkLst>
        </pc:spChg>
        <pc:spChg chg="add mod">
          <ac:chgData name="Osvaldo Luiz Santos Pereira" userId="c308351cf5a860c7" providerId="LiveId" clId="{3EF59E56-4CCE-4FE5-AF5F-969E092DDC67}" dt="2026-04-25T02:16:04.531" v="2495" actId="571"/>
          <ac:spMkLst>
            <pc:docMk/>
            <pc:sldMk cId="533798611" sldId="275"/>
            <ac:spMk id="9" creationId="{A24AB15F-0479-E29C-4DBF-AE9EBAB3D6DF}"/>
          </ac:spMkLst>
        </pc:spChg>
        <pc:spChg chg="mod">
          <ac:chgData name="Osvaldo Luiz Santos Pereira" userId="c308351cf5a860c7" providerId="LiveId" clId="{3EF59E56-4CCE-4FE5-AF5F-969E092DDC67}" dt="2026-04-25T02:17:58.369" v="2512"/>
          <ac:spMkLst>
            <pc:docMk/>
            <pc:sldMk cId="533798611" sldId="275"/>
            <ac:spMk id="12" creationId="{C34CE001-53C5-3A05-B00F-F54DB6BFB68C}"/>
          </ac:spMkLst>
        </pc:spChg>
        <pc:spChg chg="add mod">
          <ac:chgData name="Osvaldo Luiz Santos Pereira" userId="c308351cf5a860c7" providerId="LiveId" clId="{3EF59E56-4CCE-4FE5-AF5F-969E092DDC67}" dt="2026-04-25T02:16:04.531" v="2495" actId="571"/>
          <ac:spMkLst>
            <pc:docMk/>
            <pc:sldMk cId="533798611" sldId="275"/>
            <ac:spMk id="13" creationId="{F88ECFF8-CC4F-7A2C-5EF5-857F9BCF0B68}"/>
          </ac:spMkLst>
        </pc:spChg>
        <pc:spChg chg="add mod">
          <ac:chgData name="Osvaldo Luiz Santos Pereira" userId="c308351cf5a860c7" providerId="LiveId" clId="{3EF59E56-4CCE-4FE5-AF5F-969E092DDC67}" dt="2026-04-25T02:16:22.433" v="2500" actId="571"/>
          <ac:spMkLst>
            <pc:docMk/>
            <pc:sldMk cId="533798611" sldId="275"/>
            <ac:spMk id="15" creationId="{C246ACE7-7C5B-9AD2-4D79-90877FFF704B}"/>
          </ac:spMkLst>
        </pc:spChg>
        <pc:spChg chg="add mod">
          <ac:chgData name="Osvaldo Luiz Santos Pereira" userId="c308351cf5a860c7" providerId="LiveId" clId="{3EF59E56-4CCE-4FE5-AF5F-969E092DDC67}" dt="2026-04-25T02:16:22.433" v="2500" actId="571"/>
          <ac:spMkLst>
            <pc:docMk/>
            <pc:sldMk cId="533798611" sldId="275"/>
            <ac:spMk id="16" creationId="{BD357BE1-2B39-21B6-05A9-63C8E804A755}"/>
          </ac:spMkLst>
        </pc:spChg>
        <pc:spChg chg="add mod">
          <ac:chgData name="Osvaldo Luiz Santos Pereira" userId="c308351cf5a860c7" providerId="LiveId" clId="{3EF59E56-4CCE-4FE5-AF5F-969E092DDC67}" dt="2026-04-25T02:16:22.433" v="2500" actId="571"/>
          <ac:spMkLst>
            <pc:docMk/>
            <pc:sldMk cId="533798611" sldId="275"/>
            <ac:spMk id="17" creationId="{3542CD12-1A59-C52D-01A5-A7FE48E57038}"/>
          </ac:spMkLst>
        </pc:spChg>
        <pc:spChg chg="add mod">
          <ac:chgData name="Osvaldo Luiz Santos Pereira" userId="c308351cf5a860c7" providerId="LiveId" clId="{3EF59E56-4CCE-4FE5-AF5F-969E092DDC67}" dt="2026-04-25T02:17:45.656" v="2510" actId="1076"/>
          <ac:spMkLst>
            <pc:docMk/>
            <pc:sldMk cId="533798611" sldId="275"/>
            <ac:spMk id="18" creationId="{1BF9706A-349D-1775-3998-945886DC3452}"/>
          </ac:spMkLst>
        </pc:spChg>
        <pc:spChg chg="add mod">
          <ac:chgData name="Osvaldo Luiz Santos Pereira" userId="c308351cf5a860c7" providerId="LiveId" clId="{3EF59E56-4CCE-4FE5-AF5F-969E092DDC67}" dt="2026-04-25T02:17:52.993" v="2511" actId="1076"/>
          <ac:spMkLst>
            <pc:docMk/>
            <pc:sldMk cId="533798611" sldId="275"/>
            <ac:spMk id="19" creationId="{14E22EAF-57AE-705D-251C-C45288B70302}"/>
          </ac:spMkLst>
        </pc:spChg>
        <pc:spChg chg="add mod">
          <ac:chgData name="Osvaldo Luiz Santos Pereira" userId="c308351cf5a860c7" providerId="LiveId" clId="{3EF59E56-4CCE-4FE5-AF5F-969E092DDC67}" dt="2026-04-25T02:17:52.993" v="2511" actId="1076"/>
          <ac:spMkLst>
            <pc:docMk/>
            <pc:sldMk cId="533798611" sldId="275"/>
            <ac:spMk id="20" creationId="{7E439915-61A8-0594-B801-9994F1A710D2}"/>
          </ac:spMkLst>
        </pc:spChg>
        <pc:spChg chg="add mod">
          <ac:chgData name="Osvaldo Luiz Santos Pereira" userId="c308351cf5a860c7" providerId="LiveId" clId="{3EF59E56-4CCE-4FE5-AF5F-969E092DDC67}" dt="2026-04-25T02:17:52.993" v="2511" actId="1076"/>
          <ac:spMkLst>
            <pc:docMk/>
            <pc:sldMk cId="533798611" sldId="275"/>
            <ac:spMk id="21" creationId="{2B9B38C1-FC2F-332F-D5CB-F3A5B25B25E9}"/>
          </ac:spMkLst>
        </pc:spChg>
        <pc:spChg chg="add mod">
          <ac:chgData name="Osvaldo Luiz Santos Pereira" userId="c308351cf5a860c7" providerId="LiveId" clId="{3EF59E56-4CCE-4FE5-AF5F-969E092DDC67}" dt="2026-04-25T02:17:52.993" v="2511" actId="1076"/>
          <ac:spMkLst>
            <pc:docMk/>
            <pc:sldMk cId="533798611" sldId="275"/>
            <ac:spMk id="22" creationId="{BF2307F1-B783-3B39-94FE-664800B30DE2}"/>
          </ac:spMkLst>
        </pc:spChg>
        <pc:spChg chg="add mod">
          <ac:chgData name="Osvaldo Luiz Santos Pereira" userId="c308351cf5a860c7" providerId="LiveId" clId="{3EF59E56-4CCE-4FE5-AF5F-969E092DDC67}" dt="2026-04-25T02:19:09.904" v="2532" actId="1076"/>
          <ac:spMkLst>
            <pc:docMk/>
            <pc:sldMk cId="533798611" sldId="275"/>
            <ac:spMk id="23" creationId="{7F9B0B6B-422D-39C7-C38A-589671DD2DBA}"/>
          </ac:spMkLst>
        </pc:spChg>
        <pc:spChg chg="add mod">
          <ac:chgData name="Osvaldo Luiz Santos Pereira" userId="c308351cf5a860c7" providerId="LiveId" clId="{3EF59E56-4CCE-4FE5-AF5F-969E092DDC67}" dt="2026-04-25T02:20:29.783" v="2574" actId="20577"/>
          <ac:spMkLst>
            <pc:docMk/>
            <pc:sldMk cId="533798611" sldId="275"/>
            <ac:spMk id="24" creationId="{5E8D55AB-A9EC-A5E2-347C-F2135375F902}"/>
          </ac:spMkLst>
        </pc:spChg>
        <pc:spChg chg="add mod">
          <ac:chgData name="Osvaldo Luiz Santos Pereira" userId="c308351cf5a860c7" providerId="LiveId" clId="{3EF59E56-4CCE-4FE5-AF5F-969E092DDC67}" dt="2026-04-25T02:21:06.388" v="2596" actId="1076"/>
          <ac:spMkLst>
            <pc:docMk/>
            <pc:sldMk cId="533798611" sldId="275"/>
            <ac:spMk id="25" creationId="{A1BDB713-CAB7-C7CF-33DA-53D43579D21B}"/>
          </ac:spMkLst>
        </pc:spChg>
      </pc:sldChg>
      <pc:sldChg chg="addSp modSp add mod">
        <pc:chgData name="Osvaldo Luiz Santos Pereira" userId="c308351cf5a860c7" providerId="LiveId" clId="{3EF59E56-4CCE-4FE5-AF5F-969E092DDC67}" dt="2026-04-25T03:03:37.044" v="2822" actId="408"/>
        <pc:sldMkLst>
          <pc:docMk/>
          <pc:sldMk cId="1457410327" sldId="276"/>
        </pc:sldMkLst>
        <pc:spChg chg="mod">
          <ac:chgData name="Osvaldo Luiz Santos Pereira" userId="c308351cf5a860c7" providerId="LiveId" clId="{3EF59E56-4CCE-4FE5-AF5F-969E092DDC67}" dt="2026-04-25T03:01:53.916" v="2808" actId="20577"/>
          <ac:spMkLst>
            <pc:docMk/>
            <pc:sldMk cId="1457410327" sldId="276"/>
            <ac:spMk id="12" creationId="{0967D54D-0F91-806E-C9CC-CD0E74020383}"/>
          </ac:spMkLst>
        </pc:spChg>
        <pc:picChg chg="add mod">
          <ac:chgData name="Osvaldo Luiz Santos Pereira" userId="c308351cf5a860c7" providerId="LiveId" clId="{3EF59E56-4CCE-4FE5-AF5F-969E092DDC67}" dt="2026-04-25T03:03:37.044" v="2822" actId="408"/>
          <ac:picMkLst>
            <pc:docMk/>
            <pc:sldMk cId="1457410327" sldId="276"/>
            <ac:picMk id="1026" creationId="{56EE8F52-BDB5-604A-C797-EF2D57840FB5}"/>
          </ac:picMkLst>
        </pc:picChg>
        <pc:picChg chg="add mod">
          <ac:chgData name="Osvaldo Luiz Santos Pereira" userId="c308351cf5a860c7" providerId="LiveId" clId="{3EF59E56-4CCE-4FE5-AF5F-969E092DDC67}" dt="2026-04-25T03:03:37.044" v="2822" actId="408"/>
          <ac:picMkLst>
            <pc:docMk/>
            <pc:sldMk cId="1457410327" sldId="276"/>
            <ac:picMk id="1028" creationId="{7A7156A7-1580-9273-FD67-C29DF6044C4E}"/>
          </ac:picMkLst>
        </pc:picChg>
        <pc:picChg chg="add mod">
          <ac:chgData name="Osvaldo Luiz Santos Pereira" userId="c308351cf5a860c7" providerId="LiveId" clId="{3EF59E56-4CCE-4FE5-AF5F-969E092DDC67}" dt="2026-04-25T03:03:37.044" v="2822" actId="408"/>
          <ac:picMkLst>
            <pc:docMk/>
            <pc:sldMk cId="1457410327" sldId="276"/>
            <ac:picMk id="1030" creationId="{A44EC61C-AB70-B27A-F7B0-440B5BF41968}"/>
          </ac:picMkLst>
        </pc:picChg>
      </pc:sldChg>
      <pc:sldChg chg="addSp delSp modSp add mod">
        <pc:chgData name="Osvaldo Luiz Santos Pereira" userId="c308351cf5a860c7" providerId="LiveId" clId="{3EF59E56-4CCE-4FE5-AF5F-969E092DDC67}" dt="2026-04-25T02:54:13.220" v="2789" actId="1076"/>
        <pc:sldMkLst>
          <pc:docMk/>
          <pc:sldMk cId="2916877879" sldId="277"/>
        </pc:sldMkLst>
        <pc:spChg chg="add del mod">
          <ac:chgData name="Osvaldo Luiz Santos Pereira" userId="c308351cf5a860c7" providerId="LiveId" clId="{3EF59E56-4CCE-4FE5-AF5F-969E092DDC67}" dt="2026-04-25T02:52:15.501" v="2722" actId="478"/>
          <ac:spMkLst>
            <pc:docMk/>
            <pc:sldMk cId="2916877879" sldId="277"/>
            <ac:spMk id="2" creationId="{08435EE1-DE10-25B8-7672-594F00F4CC86}"/>
          </ac:spMkLst>
        </pc:spChg>
        <pc:spChg chg="add del mod">
          <ac:chgData name="Osvaldo Luiz Santos Pereira" userId="c308351cf5a860c7" providerId="LiveId" clId="{3EF59E56-4CCE-4FE5-AF5F-969E092DDC67}" dt="2026-04-25T02:52:15.501" v="2722" actId="478"/>
          <ac:spMkLst>
            <pc:docMk/>
            <pc:sldMk cId="2916877879" sldId="277"/>
            <ac:spMk id="3" creationId="{DD5B147C-25A6-E5D1-5BD8-B464818C185E}"/>
          </ac:spMkLst>
        </pc:spChg>
        <pc:spChg chg="add del mod">
          <ac:chgData name="Osvaldo Luiz Santos Pereira" userId="c308351cf5a860c7" providerId="LiveId" clId="{3EF59E56-4CCE-4FE5-AF5F-969E092DDC67}" dt="2026-04-25T02:52:15.501" v="2722" actId="478"/>
          <ac:spMkLst>
            <pc:docMk/>
            <pc:sldMk cId="2916877879" sldId="277"/>
            <ac:spMk id="4" creationId="{C597A90A-6E0B-7862-12C7-76C028504B08}"/>
          </ac:spMkLst>
        </pc:spChg>
        <pc:spChg chg="add mod">
          <ac:chgData name="Osvaldo Luiz Santos Pereira" userId="c308351cf5a860c7" providerId="LiveId" clId="{3EF59E56-4CCE-4FE5-AF5F-969E092DDC67}" dt="2026-04-25T02:54:08.402" v="2788" actId="1076"/>
          <ac:spMkLst>
            <pc:docMk/>
            <pc:sldMk cId="2916877879" sldId="277"/>
            <ac:spMk id="5" creationId="{2196FBD5-CB5D-B7CA-F448-28ED1F3FC536}"/>
          </ac:spMkLst>
        </pc:spChg>
        <pc:spChg chg="add mod">
          <ac:chgData name="Osvaldo Luiz Santos Pereira" userId="c308351cf5a860c7" providerId="LiveId" clId="{3EF59E56-4CCE-4FE5-AF5F-969E092DDC67}" dt="2026-04-25T02:54:13.220" v="2789" actId="1076"/>
          <ac:spMkLst>
            <pc:docMk/>
            <pc:sldMk cId="2916877879" sldId="277"/>
            <ac:spMk id="9" creationId="{174F369E-FF79-5D6D-2A02-A2DCC59580A4}"/>
          </ac:spMkLst>
        </pc:spChg>
        <pc:spChg chg="mod">
          <ac:chgData name="Osvaldo Luiz Santos Pereira" userId="c308351cf5a860c7" providerId="LiveId" clId="{3EF59E56-4CCE-4FE5-AF5F-969E092DDC67}" dt="2026-04-25T02:38:09.229" v="2599"/>
          <ac:spMkLst>
            <pc:docMk/>
            <pc:sldMk cId="2916877879" sldId="277"/>
            <ac:spMk id="12" creationId="{3E87A85C-407C-C274-A334-7837CD900B32}"/>
          </ac:spMkLst>
        </pc:spChg>
        <pc:spChg chg="add mod">
          <ac:chgData name="Osvaldo Luiz Santos Pereira" userId="c308351cf5a860c7" providerId="LiveId" clId="{3EF59E56-4CCE-4FE5-AF5F-969E092DDC67}" dt="2026-04-25T02:54:13.220" v="2789" actId="1076"/>
          <ac:spMkLst>
            <pc:docMk/>
            <pc:sldMk cId="2916877879" sldId="277"/>
            <ac:spMk id="13" creationId="{82AC8CA9-034A-8B66-F700-660857706344}"/>
          </ac:spMkLst>
        </pc:spChg>
        <pc:spChg chg="add mod">
          <ac:chgData name="Osvaldo Luiz Santos Pereira" userId="c308351cf5a860c7" providerId="LiveId" clId="{3EF59E56-4CCE-4FE5-AF5F-969E092DDC67}" dt="2026-04-25T02:54:13.220" v="2789" actId="1076"/>
          <ac:spMkLst>
            <pc:docMk/>
            <pc:sldMk cId="2916877879" sldId="277"/>
            <ac:spMk id="15" creationId="{12761C4C-F165-F3D4-556A-89134CC481FD}"/>
          </ac:spMkLst>
        </pc:spChg>
        <pc:spChg chg="add mod">
          <ac:chgData name="Osvaldo Luiz Santos Pereira" userId="c308351cf5a860c7" providerId="LiveId" clId="{3EF59E56-4CCE-4FE5-AF5F-969E092DDC67}" dt="2026-04-25T02:53:11.652" v="2755" actId="1076"/>
          <ac:spMkLst>
            <pc:docMk/>
            <pc:sldMk cId="2916877879" sldId="277"/>
            <ac:spMk id="16" creationId="{6EF49C31-BC5C-28D1-4F50-CB375EFF677A}"/>
          </ac:spMkLst>
        </pc:spChg>
        <pc:spChg chg="add mod">
          <ac:chgData name="Osvaldo Luiz Santos Pereira" userId="c308351cf5a860c7" providerId="LiveId" clId="{3EF59E56-4CCE-4FE5-AF5F-969E092DDC67}" dt="2026-04-25T02:53:11.652" v="2755" actId="1076"/>
          <ac:spMkLst>
            <pc:docMk/>
            <pc:sldMk cId="2916877879" sldId="277"/>
            <ac:spMk id="17" creationId="{1B7F9CC1-681E-3480-6989-EC5767132FE1}"/>
          </ac:spMkLst>
        </pc:spChg>
        <pc:spChg chg="add del mod">
          <ac:chgData name="Osvaldo Luiz Santos Pereira" userId="c308351cf5a860c7" providerId="LiveId" clId="{3EF59E56-4CCE-4FE5-AF5F-969E092DDC67}" dt="2026-04-25T02:54:00.225" v="2786" actId="478"/>
          <ac:spMkLst>
            <pc:docMk/>
            <pc:sldMk cId="2916877879" sldId="277"/>
            <ac:spMk id="18" creationId="{A0470D48-4628-F23A-14DC-B635FAC25F50}"/>
          </ac:spMkLst>
        </pc:spChg>
        <pc:spChg chg="add mod">
          <ac:chgData name="Osvaldo Luiz Santos Pereira" userId="c308351cf5a860c7" providerId="LiveId" clId="{3EF59E56-4CCE-4FE5-AF5F-969E092DDC67}" dt="2026-04-25T02:54:05.682" v="2787" actId="1076"/>
          <ac:spMkLst>
            <pc:docMk/>
            <pc:sldMk cId="2916877879" sldId="277"/>
            <ac:spMk id="19" creationId="{8304AE37-63FA-EFC5-0236-97615466BDE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380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269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82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9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263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16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9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699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6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436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1239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91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EF45-041D-7791-D209-4C7FEB7D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6B96AC43-BD43-3F75-792A-392774CA7F14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AABAB1D-9797-6773-45E4-0ECAAB235598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9F40675-3053-1DD2-A775-72B7BECA7FD4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162FACE7-476F-1FCE-FFA9-E75CC190D4E5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B39915-738C-348C-40D2-D9D6A143049C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620B9C-12BA-551F-7E05-750B8A7DCF7D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Cardano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6AA065A-EF38-BDD3-82EF-B1BF56F307D4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magem 12">
            <a:extLst>
              <a:ext uri="{FF2B5EF4-FFF2-40B4-BE49-F238E27FC236}">
                <a16:creationId xmlns:a16="http://schemas.microsoft.com/office/drawing/2014/main" id="{E5D8B896-1843-B39C-3ADB-448DD9D1C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14" y="1048869"/>
            <a:ext cx="8068233" cy="7356331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7C38F215-1CA0-4DA7-58FC-2BEACF675C02}"/>
              </a:ext>
            </a:extLst>
          </p:cNvPr>
          <p:cNvSpPr txBox="1"/>
          <p:nvPr/>
        </p:nvSpPr>
        <p:spPr>
          <a:xfrm>
            <a:off x="8641976" y="1048870"/>
            <a:ext cx="69267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err="1"/>
              <a:t>Image</a:t>
            </a:r>
            <a:r>
              <a:rPr lang="pt-BR" sz="2400" dirty="0"/>
              <a:t> </a:t>
            </a:r>
            <a:r>
              <a:rPr lang="pt-BR" sz="2400" dirty="0" err="1"/>
              <a:t>extracted</a:t>
            </a:r>
            <a:r>
              <a:rPr lang="pt-BR" sz="2400" dirty="0"/>
              <a:t> </a:t>
            </a:r>
            <a:r>
              <a:rPr lang="pt-BR" sz="2400" dirty="0" err="1"/>
              <a:t>from</a:t>
            </a:r>
            <a:r>
              <a:rPr lang="pt-BR" sz="2400" dirty="0"/>
              <a:t> </a:t>
            </a:r>
            <a:r>
              <a:rPr lang="pt-BR" sz="2400" dirty="0" err="1"/>
              <a:t>Greiner’s</a:t>
            </a:r>
            <a:r>
              <a:rPr lang="pt-BR" sz="2400" dirty="0"/>
              <a:t> book </a:t>
            </a:r>
            <a:r>
              <a:rPr lang="pt-BR" sz="2400"/>
              <a:t>of </a:t>
            </a:r>
            <a:r>
              <a:rPr lang="pt-BR" sz="2400" dirty="0" err="1"/>
              <a:t>Hamiltonian</a:t>
            </a:r>
            <a:r>
              <a:rPr lang="pt-BR" sz="2400" dirty="0"/>
              <a:t> Dynamics, </a:t>
            </a:r>
            <a:r>
              <a:rPr lang="pt-BR" sz="2400" dirty="0" err="1"/>
              <a:t>from</a:t>
            </a:r>
            <a:r>
              <a:rPr lang="pt-BR" sz="2400" dirty="0"/>
              <a:t> </a:t>
            </a:r>
            <a:r>
              <a:rPr lang="pt-BR" sz="2400" dirty="0" err="1"/>
              <a:t>chapter</a:t>
            </a:r>
            <a:r>
              <a:rPr lang="pt-BR" sz="2400" dirty="0"/>
              <a:t> 8, </a:t>
            </a:r>
            <a:r>
              <a:rPr lang="pt-BR" sz="2400" dirty="0" err="1"/>
              <a:t>example</a:t>
            </a:r>
            <a:r>
              <a:rPr lang="pt-BR" sz="2400" dirty="0"/>
              <a:t> 8.3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page</a:t>
            </a:r>
            <a:r>
              <a:rPr lang="pt-BR" sz="2400" dirty="0"/>
              <a:t> 117.</a:t>
            </a:r>
          </a:p>
          <a:p>
            <a:pPr algn="just"/>
            <a:endParaRPr lang="pt-BR" sz="2400" dirty="0"/>
          </a:p>
          <a:p>
            <a:pPr algn="just"/>
            <a:r>
              <a:rPr lang="en-US" sz="2400" dirty="0"/>
              <a:t>Greiner, W. </a:t>
            </a:r>
            <a:r>
              <a:rPr lang="en-US" sz="2400" i="1" dirty="0"/>
              <a:t>Classical Mechanics: Systems of Particles and Hamiltonian Dynamics</a:t>
            </a:r>
            <a:r>
              <a:rPr lang="en-US" sz="2400" dirty="0"/>
              <a:t>. 2nd ed. Berlin: Springer, 2009.</a:t>
            </a:r>
            <a:r>
              <a:rPr lang="pt-B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022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BB28A-1BDF-765C-E682-EF2C474FE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5AE37CB2-4801-CB66-8CF2-8B3B45BCCBFE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32DEF54-8604-F130-BAF0-FB8860233DD6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CAA6EF5-F842-44FB-4C1A-3A8672154DB2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4B661614-0444-90EF-63F3-B72A69473F37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61A8A20A-9585-E524-A40A-02FDF4A0CF88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B64AA2-9CA2-0478-BD2C-C76623266355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Cardano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8681EF56-FDC9-55FF-FC5C-DCD47E412E9C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magem 12">
            <a:extLst>
              <a:ext uri="{FF2B5EF4-FFF2-40B4-BE49-F238E27FC236}">
                <a16:creationId xmlns:a16="http://schemas.microsoft.com/office/drawing/2014/main" id="{410AD0F9-F668-D7B9-AAF8-688835583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779" y="1048869"/>
            <a:ext cx="8068233" cy="735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D2740-52B3-AEF2-4D20-AD12F42A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A9F4F19E-CD0A-6075-E871-FF1B03D0ACFA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32F88A54-8FAA-A92F-9712-08527758470B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3854D2B4-5F27-3729-3D52-5FD100D58BA1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18EF9682-A2DB-0F71-E59A-60114E953C07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3759ADE9-9423-092C-6FAE-F3A6F9073E3A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AE22D27-49C0-434B-D57D-45222DFFD22F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67419DA-A7FE-606C-3815-F679AA1B2B92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B0A86FD-ADD8-A4CC-C289-DE434879ED0D}"/>
                  </a:ext>
                </a:extLst>
              </p:cNvPr>
              <p:cNvSpPr txBox="1"/>
              <p:nvPr/>
            </p:nvSpPr>
            <p:spPr>
              <a:xfrm>
                <a:off x="682835" y="2299898"/>
                <a:ext cx="1194736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pt-BR" sz="480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pt-BR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pt-BR" sz="4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B0A86FD-ADD8-A4CC-C289-DE434879E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35" y="2299898"/>
                <a:ext cx="11947365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1D556364-848D-56C0-9052-0AAE409B93FF}"/>
                  </a:ext>
                </a:extLst>
              </p:cNvPr>
              <p:cNvSpPr txBox="1"/>
              <p:nvPr/>
            </p:nvSpPr>
            <p:spPr>
              <a:xfrm>
                <a:off x="629047" y="3910491"/>
                <a:ext cx="1194736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pt-BR" sz="480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pt-BR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1D556364-848D-56C0-9052-0AAE409B9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47" y="3910491"/>
                <a:ext cx="11947365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41612D68-7F41-7EDC-F37F-93A67B682A4A}"/>
                  </a:ext>
                </a:extLst>
              </p:cNvPr>
              <p:cNvSpPr txBox="1"/>
              <p:nvPr/>
            </p:nvSpPr>
            <p:spPr>
              <a:xfrm>
                <a:off x="629047" y="5459376"/>
                <a:ext cx="1194736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pt-BR" sz="480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pt-BR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41612D68-7F41-7EDC-F37F-93A67B682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47" y="5459376"/>
                <a:ext cx="11947365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5366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B8136-79EB-42C3-70A5-A379C6DA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C3C3C110-A2A8-62CB-1765-5D0946C0030D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9F202439-FAB4-41CE-C7AA-9C7BBB17B18C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52421D4E-4B5A-3D2C-57DF-9928C0530FB7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A77F1324-979E-0DD7-F3F2-713E2673B86F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A628EC71-3B17-EBDF-C6AF-A1FA5E21C606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4F7B0B6-104C-2DDD-CFF1-CA56A79067C7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simplified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5ED53E6-4FFC-EEF4-B518-C4A9B0D3C1A3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89227E7-8D47-8356-1F7D-9E1114A31802}"/>
                  </a:ext>
                </a:extLst>
              </p:cNvPr>
              <p:cNvSpPr txBox="1"/>
              <p:nvPr/>
            </p:nvSpPr>
            <p:spPr>
              <a:xfrm>
                <a:off x="682835" y="2299898"/>
                <a:ext cx="1194736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pt-BR" sz="480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pt-BR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pt-BR" sz="4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89227E7-8D47-8356-1F7D-9E1114A31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35" y="2299898"/>
                <a:ext cx="11947365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C1F1FDA2-5EF1-C3B3-2972-F7D643D28B23}"/>
                  </a:ext>
                </a:extLst>
              </p:cNvPr>
              <p:cNvSpPr txBox="1"/>
              <p:nvPr/>
            </p:nvSpPr>
            <p:spPr>
              <a:xfrm>
                <a:off x="629047" y="3910491"/>
                <a:ext cx="1194736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pt-BR" sz="480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pt-BR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C1F1FDA2-5EF1-C3B3-2972-F7D643D28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47" y="3910491"/>
                <a:ext cx="11947365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2DE9992-A3E5-3732-CAF7-929A2191DB79}"/>
                  </a:ext>
                </a:extLst>
              </p:cNvPr>
              <p:cNvSpPr txBox="1"/>
              <p:nvPr/>
            </p:nvSpPr>
            <p:spPr>
              <a:xfrm>
                <a:off x="629047" y="5459376"/>
                <a:ext cx="1194736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pt-BR" sz="480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pt-BR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4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2DE9992-A3E5-3732-CAF7-929A2191D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47" y="5459376"/>
                <a:ext cx="11947365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1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3D889-7EEC-3B7B-38ED-03A7C11A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741689D7-6987-B7EC-23E8-41F41BD92CDF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9AE2FF09-02D9-9FD2-E143-67B60575F46E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7909055-86FB-89A2-0D54-7876E4BA1BF4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7FE0B2F-7E9E-FD97-5679-27D0E5FB8891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51F6632F-E84E-F3D5-AEC8-112624ACB949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A0B13DD-012C-D211-9AF3-CEC8DB17B85F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Ansatz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4C79E85-98EF-4333-8EF2-92BD233B0959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F98D68C-DC01-0521-C8E2-B168396B6F74}"/>
                  </a:ext>
                </a:extLst>
              </p:cNvPr>
              <p:cNvSpPr txBox="1"/>
              <p:nvPr/>
            </p:nvSpPr>
            <p:spPr>
              <a:xfrm>
                <a:off x="682835" y="2299898"/>
                <a:ext cx="11947365" cy="7666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4800" b="0" i="1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F98D68C-DC01-0521-C8E2-B168396B6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35" y="2299898"/>
                <a:ext cx="11947365" cy="7666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F56E3926-1693-323D-9BCF-E90B54A73E57}"/>
                  </a:ext>
                </a:extLst>
              </p:cNvPr>
              <p:cNvSpPr txBox="1"/>
              <p:nvPr/>
            </p:nvSpPr>
            <p:spPr>
              <a:xfrm>
                <a:off x="629047" y="3910491"/>
                <a:ext cx="1194736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4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4800" i="1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pt-BR" sz="48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4800" i="1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F56E3926-1693-323D-9BCF-E90B54A73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47" y="3910491"/>
                <a:ext cx="11947365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640D438-D4FB-69EF-CB6A-33A4B0F85704}"/>
                  </a:ext>
                </a:extLst>
              </p:cNvPr>
              <p:cNvSpPr txBox="1"/>
              <p:nvPr/>
            </p:nvSpPr>
            <p:spPr>
              <a:xfrm>
                <a:off x="629047" y="5459376"/>
                <a:ext cx="1194736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4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4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4800" i="1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pt-BR" sz="48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4800" i="1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pt-BR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640D438-D4FB-69EF-CB6A-33A4B0F85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47" y="5459376"/>
                <a:ext cx="11947365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781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E5EAD-18CB-3F58-1F36-67029A718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14E3925D-DC0A-3EA0-314E-A40806C3C1E3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E97ED67-5E96-4E9F-51BC-B7A41FACAC26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86086271-7AB9-3D15-B976-F9DD668D13EF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49CD9673-022C-308C-77D6-68A9CEBADAA5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93194D46-E63A-0446-2C30-74FCEA24FBAD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53B6E0A-95A5-AE1B-080B-25BB475E41BB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Ansatz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(cont.)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3B0DD8D1-817E-F274-7898-37B9B69D6077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2DD74EB-50DF-FD7D-F3BC-1A6902014215}"/>
                  </a:ext>
                </a:extLst>
              </p:cNvPr>
              <p:cNvSpPr txBox="1"/>
              <p:nvPr/>
            </p:nvSpPr>
            <p:spPr>
              <a:xfrm>
                <a:off x="682835" y="2299898"/>
                <a:ext cx="11947365" cy="8337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𝑘𝐵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𝑘𝐶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2DD74EB-50DF-FD7D-F3BC-1A6902014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35" y="2299898"/>
                <a:ext cx="11947365" cy="8337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24810EBC-78D2-E7A8-AF63-D2678CD01AEA}"/>
                  </a:ext>
                </a:extLst>
              </p:cNvPr>
              <p:cNvSpPr txBox="1"/>
              <p:nvPr/>
            </p:nvSpPr>
            <p:spPr>
              <a:xfrm>
                <a:off x="629047" y="3910491"/>
                <a:ext cx="11947365" cy="8337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𝑘𝐴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𝑘𝐶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24810EBC-78D2-E7A8-AF63-D2678CD01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47" y="3910491"/>
                <a:ext cx="11947365" cy="8337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7527274E-650A-CED3-F63C-7172B4368BB4}"/>
                  </a:ext>
                </a:extLst>
              </p:cNvPr>
              <p:cNvSpPr txBox="1"/>
              <p:nvPr/>
            </p:nvSpPr>
            <p:spPr>
              <a:xfrm>
                <a:off x="629047" y="5459376"/>
                <a:ext cx="11947365" cy="8337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𝑘𝐴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𝑘𝐵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7527274E-650A-CED3-F63C-7172B4368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47" y="5459376"/>
                <a:ext cx="11947365" cy="8337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7164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1A89A-3611-0939-08A5-DF529C183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A0C8F0B6-7C29-2EC5-FA4A-7DD04633596D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DC84175-3504-FA19-AD51-AD10BFEC6F82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EBE285BB-3761-9025-D521-D7698E624E0C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DF384A4-4B8C-6C36-DC53-AB28B7953A4E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F5CFC4-37D3-412E-A6FE-6EA8D063D4AD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A71BD5E-ACD0-1EAF-B6CC-34BC515E33F0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eigenvalues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CD8E94A-DE5A-300C-293C-D8FC8F429B5C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63FEE18B-F78D-94F5-BFE9-F31DEA601CB3}"/>
                  </a:ext>
                </a:extLst>
              </p:cNvPr>
              <p:cNvSpPr txBox="1"/>
              <p:nvPr/>
            </p:nvSpPr>
            <p:spPr>
              <a:xfrm>
                <a:off x="504967" y="1802512"/>
                <a:ext cx="11035265" cy="2347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4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p>
                                  <m:sSupPr>
                                    <m:ctrlPr>
                                      <a:rPr lang="pt-BR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48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pt-BR" sz="4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4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4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p>
                                  <m:sSupPr>
                                    <m:ctrlPr>
                                      <a:rPr lang="pt-BR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48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pt-BR" sz="4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4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p>
                                  <m:sSupPr>
                                    <m:ctrlPr>
                                      <a:rPr lang="pt-BR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48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pt-BR" sz="4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63FEE18B-F78D-94F5-BFE9-F31DEA601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67" y="1802512"/>
                <a:ext cx="11035265" cy="23476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8DA600C-8E2F-599D-6A64-A16A043A80D9}"/>
                  </a:ext>
                </a:extLst>
              </p:cNvPr>
              <p:cNvSpPr txBox="1"/>
              <p:nvPr/>
            </p:nvSpPr>
            <p:spPr>
              <a:xfrm>
                <a:off x="2625187" y="5687640"/>
                <a:ext cx="11947365" cy="1482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8DA600C-8E2F-599D-6A64-A16A043A8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187" y="5687640"/>
                <a:ext cx="11947365" cy="1482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ângulo 8">
            <a:extLst>
              <a:ext uri="{FF2B5EF4-FFF2-40B4-BE49-F238E27FC236}">
                <a16:creationId xmlns:a16="http://schemas.microsoft.com/office/drawing/2014/main" id="{90E0E8FD-2864-8249-CFC9-02096163657E}"/>
              </a:ext>
            </a:extLst>
          </p:cNvPr>
          <p:cNvSpPr/>
          <p:nvPr/>
        </p:nvSpPr>
        <p:spPr>
          <a:xfrm>
            <a:off x="2217271" y="5390776"/>
            <a:ext cx="10500658" cy="23965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431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02951-CBA8-9276-FD89-42FC4B376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F99507D9-052F-7102-7DE7-B6848F071416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C40E9D6-A31F-A952-192C-509179FC5D47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A32587AF-BD4A-BF4B-D2FD-5F59AFC41C0C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5BD8BD5-5440-893D-191F-786C1F3BE83C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E0F47898-908E-CDC8-E4F3-DEBA441AA5C9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97F18B7-3F60-DFB6-096F-EF629856ECE0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Reducing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E445999-AAF4-60AA-A21F-D4EDA18CE94C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9F5CBF59-B7BE-35FB-C133-CA9C74363ED4}"/>
                  </a:ext>
                </a:extLst>
              </p:cNvPr>
              <p:cNvSpPr txBox="1"/>
              <p:nvPr/>
            </p:nvSpPr>
            <p:spPr>
              <a:xfrm>
                <a:off x="2625187" y="1551922"/>
                <a:ext cx="11947365" cy="1482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9F5CBF59-B7BE-35FB-C133-CA9C74363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187" y="1551922"/>
                <a:ext cx="11947365" cy="14822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77396E4C-68B6-AE3D-9303-44D11EFC931B}"/>
                  </a:ext>
                </a:extLst>
              </p:cNvPr>
              <p:cNvSpPr txBox="1"/>
              <p:nvPr/>
            </p:nvSpPr>
            <p:spPr>
              <a:xfrm>
                <a:off x="5768811" y="4195844"/>
                <a:ext cx="303453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m:rPr>
                              <m:sty m:val="p"/>
                            </m:rPr>
                            <a:rPr lang="pt-BR" sz="48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77396E4C-68B6-AE3D-9303-44D11EFC9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811" y="4195844"/>
                <a:ext cx="3034530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86F5CD4C-DDAA-18CF-DD9B-F91D6BCAC2A8}"/>
                  </a:ext>
                </a:extLst>
              </p:cNvPr>
              <p:cNvSpPr txBox="1"/>
              <p:nvPr/>
            </p:nvSpPr>
            <p:spPr>
              <a:xfrm>
                <a:off x="2625187" y="5962557"/>
                <a:ext cx="11947365" cy="1482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48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48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pt-BR" sz="480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86F5CD4C-DDAA-18CF-DD9B-F91D6BCAC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187" y="5962557"/>
                <a:ext cx="11947365" cy="1482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C4EBF0EF-1D20-D9CF-3A4C-46338D7F6415}"/>
              </a:ext>
            </a:extLst>
          </p:cNvPr>
          <p:cNvSpPr/>
          <p:nvPr/>
        </p:nvSpPr>
        <p:spPr>
          <a:xfrm>
            <a:off x="2217271" y="5604391"/>
            <a:ext cx="10500658" cy="23965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7896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1B1C-6F0D-73D6-B8C2-BBA11A8B3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3455597D-49E0-D7C2-8C34-5B5C92BE5A99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00392487-0519-82B9-8617-960324465D2E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D0457A1-5FE0-CB6C-3B9B-3CAF512309FD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54571E20-0DEE-5CA5-889E-5FADA13F852F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89410A48-1AB7-3528-A455-475D61F799BD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FF65C3B-C0C0-1914-8775-EC6AA1E29720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Cardano formula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C6E7D1BD-7E09-F0C2-8DD5-E29EE29738C5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FBE3478-907B-8E78-53AE-AFF3CC0605C2}"/>
                  </a:ext>
                </a:extLst>
              </p:cNvPr>
              <p:cNvSpPr txBox="1"/>
              <p:nvPr/>
            </p:nvSpPr>
            <p:spPr>
              <a:xfrm>
                <a:off x="2469798" y="1522040"/>
                <a:ext cx="1194736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4800" b="0" i="0" smtClean="0">
                              <a:latin typeface="Cambria Math" panose="02040503050406030204" pitchFamily="18" charset="0"/>
                            </a:rPr>
                            <m:t>aΩ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48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sty m:val="p"/>
                        </m:rPr>
                        <a:rPr lang="pt-BR" sz="480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FBE3478-907B-8E78-53AE-AFF3CC060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798" y="1522040"/>
                <a:ext cx="11947365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2B8EEB4-AA7C-F663-2182-A53288AE31A2}"/>
                  </a:ext>
                </a:extLst>
              </p:cNvPr>
              <p:cNvSpPr txBox="1"/>
              <p:nvPr/>
            </p:nvSpPr>
            <p:spPr>
              <a:xfrm>
                <a:off x="932329" y="3522412"/>
                <a:ext cx="2290503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=1 ,  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2B8EEB4-AA7C-F663-2182-A53288AE3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29" y="3522412"/>
                <a:ext cx="2290503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273ACD4-ECBF-1968-D46B-98DD6D35C82D}"/>
                  </a:ext>
                </a:extLst>
              </p:cNvPr>
              <p:cNvSpPr txBox="1"/>
              <p:nvPr/>
            </p:nvSpPr>
            <p:spPr>
              <a:xfrm>
                <a:off x="4517001" y="6775242"/>
                <a:ext cx="505730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48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𝑝𝑦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273ACD4-ECBF-1968-D46B-98DD6D35C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001" y="6775242"/>
                <a:ext cx="5057305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B6AA217E-0C8A-F4A6-B72E-182E5951FB0A}"/>
              </a:ext>
            </a:extLst>
          </p:cNvPr>
          <p:cNvSpPr/>
          <p:nvPr/>
        </p:nvSpPr>
        <p:spPr>
          <a:xfrm>
            <a:off x="3926542" y="6598999"/>
            <a:ext cx="5940611" cy="121677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riângulo isósceles 14">
            <a:extLst>
              <a:ext uri="{FF2B5EF4-FFF2-40B4-BE49-F238E27FC236}">
                <a16:creationId xmlns:a16="http://schemas.microsoft.com/office/drawing/2014/main" id="{0758A96D-738D-1770-A125-81667232DEC9}"/>
              </a:ext>
            </a:extLst>
          </p:cNvPr>
          <p:cNvSpPr/>
          <p:nvPr/>
        </p:nvSpPr>
        <p:spPr>
          <a:xfrm rot="10800000">
            <a:off x="2626053" y="5348032"/>
            <a:ext cx="8839200" cy="586854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1D9ED491-1A01-7840-4F84-D3D76FA316AC}"/>
                  </a:ext>
                </a:extLst>
              </p:cNvPr>
              <p:cNvSpPr txBox="1"/>
              <p:nvPr/>
            </p:nvSpPr>
            <p:spPr>
              <a:xfrm>
                <a:off x="11667811" y="2950258"/>
                <a:ext cx="3379693" cy="1482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1D9ED491-1A01-7840-4F84-D3D76FA31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7811" y="2950258"/>
                <a:ext cx="3379693" cy="14822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EC7F0FBD-630E-1124-AD50-CF41E330D2AF}"/>
                  </a:ext>
                </a:extLst>
              </p:cNvPr>
              <p:cNvSpPr txBox="1"/>
              <p:nvPr/>
            </p:nvSpPr>
            <p:spPr>
              <a:xfrm>
                <a:off x="4026729" y="3106231"/>
                <a:ext cx="3062939" cy="1402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,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EC7F0FBD-630E-1124-AD50-CF41E330D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729" y="3106231"/>
                <a:ext cx="3062939" cy="14024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05183A6-98B5-4636-B6BE-8143C1637E79}"/>
                  </a:ext>
                </a:extLst>
              </p:cNvPr>
              <p:cNvSpPr txBox="1"/>
              <p:nvPr/>
            </p:nvSpPr>
            <p:spPr>
              <a:xfrm>
                <a:off x="7893565" y="2961570"/>
                <a:ext cx="2970349" cy="1482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,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05183A6-98B5-4636-B6BE-8143C1637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565" y="2961570"/>
                <a:ext cx="2970349" cy="14822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06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05071-738D-6F7B-FD9E-D590414E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D044FDC7-08A9-2FC5-E315-E9430CE78A25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DFCDD4B3-3FF9-7259-2FFE-525FFCBCEBA0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92D7F06-A2AB-5C2C-5BB2-4970B11CB470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AE427B07-E848-8DA3-6D24-12EEB760D37E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1BAFE5A0-F9FF-840A-CCC6-B833BB1F1433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05DBCD5-112D-601A-7161-1B3E8544891A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Cardano formula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A31192F-2A0D-69BE-A048-088901A4535B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6F3E1C0-03B1-7D06-5615-70C154557EB5}"/>
                  </a:ext>
                </a:extLst>
              </p:cNvPr>
              <p:cNvSpPr txBox="1"/>
              <p:nvPr/>
            </p:nvSpPr>
            <p:spPr>
              <a:xfrm>
                <a:off x="4517001" y="1503995"/>
                <a:ext cx="505730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48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𝑝𝑦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6F3E1C0-03B1-7D06-5615-70C15455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001" y="1503995"/>
                <a:ext cx="5057305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B17F5CB6-2E71-B19B-512B-0C46FDBE78D6}"/>
                  </a:ext>
                </a:extLst>
              </p:cNvPr>
              <p:cNvSpPr txBox="1"/>
              <p:nvPr/>
            </p:nvSpPr>
            <p:spPr>
              <a:xfrm>
                <a:off x="1356659" y="5743230"/>
                <a:ext cx="4899065" cy="1482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 ,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B17F5CB6-2E71-B19B-512B-0C46FDBE7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659" y="5743230"/>
                <a:ext cx="4899065" cy="1482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1073247-F26F-E708-8BED-A6C5882E0C89}"/>
                  </a:ext>
                </a:extLst>
              </p:cNvPr>
              <p:cNvSpPr txBox="1"/>
              <p:nvPr/>
            </p:nvSpPr>
            <p:spPr>
              <a:xfrm>
                <a:off x="6726126" y="5743230"/>
                <a:ext cx="8373032" cy="1482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𝑏𝑐</m:t>
                          </m:r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1073247-F26F-E708-8BED-A6C5882E0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126" y="5743230"/>
                <a:ext cx="8373032" cy="1482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7AF50F3-52BB-FEF0-181E-22B21ECA1FDA}"/>
                  </a:ext>
                </a:extLst>
              </p:cNvPr>
              <p:cNvSpPr txBox="1"/>
              <p:nvPr/>
            </p:nvSpPr>
            <p:spPr>
              <a:xfrm>
                <a:off x="5062378" y="3685803"/>
                <a:ext cx="4899065" cy="14514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4800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 ,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7AF50F3-52BB-FEF0-181E-22B21ECA1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378" y="3685803"/>
                <a:ext cx="4899065" cy="14514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A301F37-735C-E5D8-0B60-DE6EA36626AF}"/>
              </a:ext>
            </a:extLst>
          </p:cNvPr>
          <p:cNvCxnSpPr/>
          <p:nvPr/>
        </p:nvCxnSpPr>
        <p:spPr>
          <a:xfrm>
            <a:off x="1237129" y="3000188"/>
            <a:ext cx="12138212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437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7BB4-0311-0897-C551-D2BCF811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A561FE4D-5E78-5873-23A6-D7AE927270CF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FCC177E-8E35-E0AD-83D3-E549193029D0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836F4A36-E7C7-138F-C002-02F4463DDB84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83D96B1C-16AB-49BF-0C5D-B99AAB98BBC5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A956232C-1429-0226-2A32-24A020837485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34CE001-53C5-3A05-B00F-F54DB6BFB68C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Cardano formula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547588A-D6EA-834C-5548-35CE98F625CE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22D93D5-6BAB-65E4-B7A1-DCBFB77F5D76}"/>
                  </a:ext>
                </a:extLst>
              </p:cNvPr>
              <p:cNvSpPr txBox="1"/>
              <p:nvPr/>
            </p:nvSpPr>
            <p:spPr>
              <a:xfrm>
                <a:off x="4585998" y="3306207"/>
                <a:ext cx="4654017" cy="1482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 ,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22D93D5-6BAB-65E4-B7A1-DCBFB77F5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998" y="3306207"/>
                <a:ext cx="4654017" cy="14822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B3323D0-F5D7-DE79-C02D-630724DCD663}"/>
                  </a:ext>
                </a:extLst>
              </p:cNvPr>
              <p:cNvSpPr txBox="1"/>
              <p:nvPr/>
            </p:nvSpPr>
            <p:spPr>
              <a:xfrm>
                <a:off x="9624714" y="3327437"/>
                <a:ext cx="5692980" cy="1482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𝑏𝑐</m:t>
                          </m:r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B3323D0-F5D7-DE79-C02D-630724DCD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714" y="3327437"/>
                <a:ext cx="5692980" cy="1482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2AF9CCBF-900F-F2BF-2E45-856385B54824}"/>
                  </a:ext>
                </a:extLst>
              </p:cNvPr>
              <p:cNvSpPr txBox="1"/>
              <p:nvPr/>
            </p:nvSpPr>
            <p:spPr>
              <a:xfrm>
                <a:off x="592843" y="3422382"/>
                <a:ext cx="3592184" cy="14514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4800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 ,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2AF9CCBF-900F-F2BF-2E45-856385B54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43" y="3422382"/>
                <a:ext cx="3592184" cy="14514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riângulo isósceles 17">
            <a:extLst>
              <a:ext uri="{FF2B5EF4-FFF2-40B4-BE49-F238E27FC236}">
                <a16:creationId xmlns:a16="http://schemas.microsoft.com/office/drawing/2014/main" id="{1BF9706A-349D-1775-3998-945886DC3452}"/>
              </a:ext>
            </a:extLst>
          </p:cNvPr>
          <p:cNvSpPr/>
          <p:nvPr/>
        </p:nvSpPr>
        <p:spPr>
          <a:xfrm rot="10800000">
            <a:off x="2626053" y="5383434"/>
            <a:ext cx="8839200" cy="586854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14E22EAF-57AE-705D-251C-C45288B70302}"/>
                  </a:ext>
                </a:extLst>
              </p:cNvPr>
              <p:cNvSpPr txBox="1"/>
              <p:nvPr/>
            </p:nvSpPr>
            <p:spPr>
              <a:xfrm>
                <a:off x="932329" y="1760456"/>
                <a:ext cx="2290503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=1 ,  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14E22EAF-57AE-705D-251C-C45288B70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29" y="1760456"/>
                <a:ext cx="2290503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7E439915-61A8-0594-B801-9994F1A710D2}"/>
                  </a:ext>
                </a:extLst>
              </p:cNvPr>
              <p:cNvSpPr txBox="1"/>
              <p:nvPr/>
            </p:nvSpPr>
            <p:spPr>
              <a:xfrm>
                <a:off x="11667811" y="1188302"/>
                <a:ext cx="3379693" cy="1482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7E439915-61A8-0594-B801-9994F1A71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7811" y="1188302"/>
                <a:ext cx="3379693" cy="14822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2B9B38C1-FC2F-332F-D5CB-F3A5B25B25E9}"/>
                  </a:ext>
                </a:extLst>
              </p:cNvPr>
              <p:cNvSpPr txBox="1"/>
              <p:nvPr/>
            </p:nvSpPr>
            <p:spPr>
              <a:xfrm>
                <a:off x="4026729" y="1344275"/>
                <a:ext cx="3062939" cy="1402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,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2B9B38C1-FC2F-332F-D5CB-F3A5B25B2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729" y="1344275"/>
                <a:ext cx="3062939" cy="14024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BF2307F1-B783-3B39-94FE-664800B30DE2}"/>
                  </a:ext>
                </a:extLst>
              </p:cNvPr>
              <p:cNvSpPr txBox="1"/>
              <p:nvPr/>
            </p:nvSpPr>
            <p:spPr>
              <a:xfrm>
                <a:off x="7893565" y="1199614"/>
                <a:ext cx="2970349" cy="1482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,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BF2307F1-B783-3B39-94FE-664800B30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565" y="1199614"/>
                <a:ext cx="2970349" cy="14822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7F9B0B6B-422D-39C7-C38A-589671DD2DBA}"/>
                  </a:ext>
                </a:extLst>
              </p:cNvPr>
              <p:cNvSpPr txBox="1"/>
              <p:nvPr/>
            </p:nvSpPr>
            <p:spPr>
              <a:xfrm>
                <a:off x="504968" y="6525598"/>
                <a:ext cx="3036626" cy="1402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 ,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7F9B0B6B-422D-39C7-C38A-589671DD2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68" y="6525598"/>
                <a:ext cx="3036626" cy="14024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5E8D55AB-A9EC-A5E2-347C-F2135375F902}"/>
                  </a:ext>
                </a:extLst>
              </p:cNvPr>
              <p:cNvSpPr txBox="1"/>
              <p:nvPr/>
            </p:nvSpPr>
            <p:spPr>
              <a:xfrm>
                <a:off x="4337642" y="6400884"/>
                <a:ext cx="3790358" cy="1482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   ⇒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5E8D55AB-A9EC-A5E2-347C-F2135375F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642" y="6400884"/>
                <a:ext cx="3790358" cy="148220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A1BDB713-CAB7-C7CF-33DA-53D43579D21B}"/>
                  </a:ext>
                </a:extLst>
              </p:cNvPr>
              <p:cNvSpPr txBox="1"/>
              <p:nvPr/>
            </p:nvSpPr>
            <p:spPr>
              <a:xfrm>
                <a:off x="8924048" y="6835569"/>
                <a:ext cx="3995806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A1BDB713-CAB7-C7CF-33DA-53D43579D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048" y="6835569"/>
                <a:ext cx="3995806" cy="73866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798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AAE67-AFB6-A485-43AF-7AD63FE2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EE5B5F46-1E86-24A2-6A83-41B9F26A3BC7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957B91D9-EDA5-20C5-F9A7-86E6A741B779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C9BF1D2D-F2B6-12D9-6C8D-C5945B716971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64D68CE-EC52-4200-7CFD-56D5B8C12117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8B7E39C1-87C2-4FD8-E0FA-470CCB09329E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E87A85C-407C-C274-A334-7837CD900B32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Cardano formula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56DECD94-38E6-5454-3C22-4F4E1207A2B7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2196FBD5-CB5D-B7CA-F448-28ED1F3FC536}"/>
              </a:ext>
            </a:extLst>
          </p:cNvPr>
          <p:cNvSpPr/>
          <p:nvPr/>
        </p:nvSpPr>
        <p:spPr>
          <a:xfrm rot="10800000">
            <a:off x="3444922" y="5883484"/>
            <a:ext cx="8839200" cy="40524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74F369E-FF79-5D6D-2A02-A2DCC59580A4}"/>
                  </a:ext>
                </a:extLst>
              </p:cNvPr>
              <p:cNvSpPr txBox="1"/>
              <p:nvPr/>
            </p:nvSpPr>
            <p:spPr>
              <a:xfrm>
                <a:off x="1135530" y="1217113"/>
                <a:ext cx="5909212" cy="13062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ra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4800" b="0" i="1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num>
                            <m:den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74F369E-FF79-5D6D-2A02-A2DCC5958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30" y="1217113"/>
                <a:ext cx="5909212" cy="13062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82AC8CA9-034A-8B66-F700-660857706344}"/>
                  </a:ext>
                </a:extLst>
              </p:cNvPr>
              <p:cNvSpPr txBox="1"/>
              <p:nvPr/>
            </p:nvSpPr>
            <p:spPr>
              <a:xfrm>
                <a:off x="1135529" y="2775375"/>
                <a:ext cx="7546765" cy="13062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=−2</m:t>
                      </m:r>
                      <m:rad>
                        <m:radPr>
                          <m:degHide m:val="on"/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ra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4800" b="0" i="1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num>
                            <m:den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82AC8CA9-034A-8B66-F700-660857706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29" y="2775375"/>
                <a:ext cx="7546765" cy="13062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2761C4C-F165-F3D4-556A-89134CC481FD}"/>
                  </a:ext>
                </a:extLst>
              </p:cNvPr>
              <p:cNvSpPr txBox="1"/>
              <p:nvPr/>
            </p:nvSpPr>
            <p:spPr>
              <a:xfrm>
                <a:off x="1135529" y="4358437"/>
                <a:ext cx="7546765" cy="13062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=−2</m:t>
                      </m:r>
                      <m:rad>
                        <m:radPr>
                          <m:degHide m:val="on"/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ra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4800" b="0" i="1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num>
                            <m:den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2761C4C-F165-F3D4-556A-89134CC48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29" y="4358437"/>
                <a:ext cx="7546765" cy="13062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15">
            <a:extLst>
              <a:ext uri="{FF2B5EF4-FFF2-40B4-BE49-F238E27FC236}">
                <a16:creationId xmlns:a16="http://schemas.microsoft.com/office/drawing/2014/main" id="{6EF49C31-BC5C-28D1-4F50-CB375EFF677A}"/>
              </a:ext>
            </a:extLst>
          </p:cNvPr>
          <p:cNvSpPr/>
          <p:nvPr/>
        </p:nvSpPr>
        <p:spPr>
          <a:xfrm>
            <a:off x="10154024" y="1918981"/>
            <a:ext cx="5268458" cy="23965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1B7F9CC1-681E-3480-6989-EC5767132FE1}"/>
                  </a:ext>
                </a:extLst>
              </p:cNvPr>
              <p:cNvSpPr txBox="1"/>
              <p:nvPr/>
            </p:nvSpPr>
            <p:spPr>
              <a:xfrm>
                <a:off x="10599227" y="2277874"/>
                <a:ext cx="4521244" cy="14349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4800" b="0" i="1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1B7F9CC1-681E-3480-6989-EC5767132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9227" y="2277874"/>
                <a:ext cx="4521244" cy="14349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8304AE37-63FA-EFC5-0236-97615466BDEE}"/>
                  </a:ext>
                </a:extLst>
              </p:cNvPr>
              <p:cNvSpPr txBox="1"/>
              <p:nvPr/>
            </p:nvSpPr>
            <p:spPr>
              <a:xfrm>
                <a:off x="5350147" y="6288734"/>
                <a:ext cx="6664293" cy="21823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pt-BR" sz="4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8304AE37-63FA-EFC5-0236-97615466B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147" y="6288734"/>
                <a:ext cx="6664293" cy="2182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877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7904-582F-6126-5107-7BAA7F301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D4DA55CA-991E-33A8-37E6-2F8DA9EF39E8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D545C19A-5081-13B6-18E3-4CB6FF96A7A4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FD7B8CD8-CCE9-270E-4041-F783F3F1C7B1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843014C2-2E2C-A765-2494-5FA009F9228D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A68A81A4-5D29-37E8-CBCC-426DEF951217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967D54D-0F91-806E-C9CC-CD0E74020383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Girolamo Cardano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3CF6004C-ECD2-7021-63EA-07A7A3CD6AD7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rs Magna or the Rules of Algebra by Girolamo Cardano (1993-12-03) - Livros  na Amazon Brasil">
            <a:extLst>
              <a:ext uri="{FF2B5EF4-FFF2-40B4-BE49-F238E27FC236}">
                <a16:creationId xmlns:a16="http://schemas.microsoft.com/office/drawing/2014/main" id="{56EE8F52-BDB5-604A-C797-EF2D57840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79" y="1079222"/>
            <a:ext cx="4499713" cy="715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7A7156A7-1580-9273-FD67-C29DF6044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726" y="1079222"/>
            <a:ext cx="5550181" cy="7150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fined">
            <a:extLst>
              <a:ext uri="{FF2B5EF4-FFF2-40B4-BE49-F238E27FC236}">
                <a16:creationId xmlns:a16="http://schemas.microsoft.com/office/drawing/2014/main" id="{A44EC61C-AB70-B27A-F7B0-440B5BF41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542" y="1062814"/>
            <a:ext cx="4709314" cy="7166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4103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D17E3A8-11BC-43FF-94C6-E2B852456B0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cf448fd-bb45-4cf9-becb-db39e9e42a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2193</TotalTime>
  <Words>596</Words>
  <Application>Microsoft Office PowerPoint</Application>
  <PresentationFormat>Personalizar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2026-04-25T03:28:41Z</dcterms:modified>
</cp:coreProperties>
</file>