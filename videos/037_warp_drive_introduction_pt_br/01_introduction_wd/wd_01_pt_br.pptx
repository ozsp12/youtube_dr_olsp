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74" r:id="rId4"/>
    <p:sldId id="273" r:id="rId5"/>
    <p:sldId id="257" r:id="rId6"/>
    <p:sldId id="275" r:id="rId7"/>
    <p:sldId id="266" r:id="rId8"/>
    <p:sldId id="262" r:id="rId9"/>
    <p:sldId id="261" r:id="rId10"/>
    <p:sldId id="272" r:id="rId11"/>
  </p:sldIdLst>
  <p:sldSz cx="14630400" cy="8229600"/>
  <p:notesSz cx="8229600" cy="14630400"/>
  <p:embeddedFontLst>
    <p:embeddedFont>
      <p:font typeface="Cambria Math" panose="02040503050406030204" pitchFamily="18" charset="0"/>
      <p:regular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Medium" panose="02000000000000000000" pitchFamily="2" charset="0"/>
      <p:regular r:id="rId18"/>
      <p:italic r:id="rId19"/>
    </p:embeddedFont>
    <p:embeddedFont>
      <p:font typeface="Source Sans Pro" panose="020B0503030403020204" pitchFamily="34" charset="0"/>
      <p:regular r:id="rId20"/>
      <p:bold r:id="rId21"/>
      <p:italic r:id="rId22"/>
      <p:boldItalic r:id="rId2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B4B7FD-5B3B-426A-8991-F684B36D7174}" v="730" dt="2025-07-27T04:56:17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8" y="3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7BB4B7FD-5B3B-426A-8991-F684B36D7174}"/>
    <pc:docChg chg="undo custSel addSld delSld modSld sldOrd">
      <pc:chgData name="Osvaldo Luiz Santos Pereira" userId="c308351cf5a860c7" providerId="LiveId" clId="{7BB4B7FD-5B3B-426A-8991-F684B36D7174}" dt="2025-07-27T04:56:17.577" v="4808"/>
      <pc:docMkLst>
        <pc:docMk/>
      </pc:docMkLst>
      <pc:sldChg chg="modSp mod modTransition">
        <pc:chgData name="Osvaldo Luiz Santos Pereira" userId="c308351cf5a860c7" providerId="LiveId" clId="{7BB4B7FD-5B3B-426A-8991-F684B36D7174}" dt="2025-07-27T04:55:36.010" v="4807"/>
        <pc:sldMkLst>
          <pc:docMk/>
          <pc:sldMk cId="0" sldId="256"/>
        </pc:sldMkLst>
        <pc:spChg chg="mod">
          <ac:chgData name="Osvaldo Luiz Santos Pereira" userId="c308351cf5a860c7" providerId="LiveId" clId="{7BB4B7FD-5B3B-426A-8991-F684B36D7174}" dt="2025-07-27T03:15:26.014" v="229" actId="6549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 modTransition">
        <pc:chgData name="Osvaldo Luiz Santos Pereira" userId="c308351cf5a860c7" providerId="LiveId" clId="{7BB4B7FD-5B3B-426A-8991-F684B36D7174}" dt="2025-07-27T04:34:29.691" v="4706"/>
        <pc:sldMkLst>
          <pc:docMk/>
          <pc:sldMk cId="0" sldId="257"/>
        </pc:sldMkLst>
        <pc:spChg chg="mod">
          <ac:chgData name="Osvaldo Luiz Santos Pereira" userId="c308351cf5a860c7" providerId="LiveId" clId="{7BB4B7FD-5B3B-426A-8991-F684B36D7174}" dt="2025-07-27T04:09:17.896" v="4344" actId="10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4:26.562" v="3575" actId="6549"/>
          <ac:spMkLst>
            <pc:docMk/>
            <pc:sldMk cId="0" sldId="257"/>
            <ac:spMk id="10" creationId="{519832D6-9E97-998A-2C48-B35C75148B1D}"/>
          </ac:spMkLst>
        </pc:spChg>
        <pc:spChg chg="mod">
          <ac:chgData name="Osvaldo Luiz Santos Pereira" userId="c308351cf5a860c7" providerId="LiveId" clId="{7BB4B7FD-5B3B-426A-8991-F684B36D7174}" dt="2025-07-27T04:08:35.168" v="4227" actId="14100"/>
          <ac:spMkLst>
            <pc:docMk/>
            <pc:sldMk cId="0" sldId="257"/>
            <ac:spMk id="11" creationId="{9538FBB0-038C-64B3-54E5-9BC72C5AF4FB}"/>
          </ac:spMkLst>
        </pc:spChg>
        <pc:picChg chg="del">
          <ac:chgData name="Osvaldo Luiz Santos Pereira" userId="c308351cf5a860c7" providerId="LiveId" clId="{7BB4B7FD-5B3B-426A-8991-F684B36D7174}" dt="2025-07-27T04:04:36.552" v="3576" actId="478"/>
          <ac:picMkLst>
            <pc:docMk/>
            <pc:sldMk cId="0" sldId="257"/>
            <ac:picMk id="5122" creationId="{BD062A1A-DC97-FDFD-0928-72FAA38B56D3}"/>
          </ac:picMkLst>
        </pc:picChg>
        <pc:picChg chg="add mod">
          <ac:chgData name="Osvaldo Luiz Santos Pereira" userId="c308351cf5a860c7" providerId="LiveId" clId="{7BB4B7FD-5B3B-426A-8991-F684B36D7174}" dt="2025-07-27T04:04:56.422" v="3583" actId="1076"/>
          <ac:picMkLst>
            <pc:docMk/>
            <pc:sldMk cId="0" sldId="257"/>
            <ac:picMk id="7172" creationId="{E9B5E3B5-EE2B-41B5-9C6D-61984832F92D}"/>
          </ac:picMkLst>
        </pc:picChg>
      </pc:sldChg>
      <pc:sldChg chg="modSp mod modTransition">
        <pc:chgData name="Osvaldo Luiz Santos Pereira" userId="c308351cf5a860c7" providerId="LiveId" clId="{7BB4B7FD-5B3B-426A-8991-F684B36D7174}" dt="2025-07-27T04:48:58.558" v="4806"/>
        <pc:sldMkLst>
          <pc:docMk/>
          <pc:sldMk cId="0" sldId="261"/>
        </pc:sldMkLst>
        <pc:spChg chg="mod">
          <ac:chgData name="Osvaldo Luiz Santos Pereira" userId="c308351cf5a860c7" providerId="LiveId" clId="{7BB4B7FD-5B3B-426A-8991-F684B36D7174}" dt="2025-07-27T03:58:58.831" v="2764" actId="14100"/>
          <ac:spMkLst>
            <pc:docMk/>
            <pc:sldMk cId="0" sldId="261"/>
            <ac:spMk id="3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8:58.831" v="2764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2:44.971" v="1589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9:18.592" v="2780" actId="10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8:58.831" v="2764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8:58.831" v="2764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5:05.996" v="2004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9:18.592" v="2780" actId="10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8:58.831" v="2764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8:58.831" v="2764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7:03.538" v="2403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9:18.592" v="2780" actId="1036"/>
          <ac:spMkLst>
            <pc:docMk/>
            <pc:sldMk cId="0" sldId="261"/>
            <ac:spMk id="16" creationId="{00000000-0000-0000-0000-000000000000}"/>
          </ac:spMkLst>
        </pc:spChg>
      </pc:sldChg>
      <pc:sldChg chg="delSp modSp mod modTransition">
        <pc:chgData name="Osvaldo Luiz Santos Pereira" userId="c308351cf5a860c7" providerId="LiveId" clId="{7BB4B7FD-5B3B-426A-8991-F684B36D7174}" dt="2025-07-27T04:48:48.997" v="4803"/>
        <pc:sldMkLst>
          <pc:docMk/>
          <pc:sldMk cId="0" sldId="262"/>
        </pc:sldMkLst>
        <pc:spChg chg="mod">
          <ac:chgData name="Osvaldo Luiz Santos Pereira" userId="c308351cf5a860c7" providerId="LiveId" clId="{7BB4B7FD-5B3B-426A-8991-F684B36D7174}" dt="2025-07-27T04:03:50.458" v="3494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0:03.225" v="2854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0:14.786" v="2891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0:28.976" v="2908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0:43.406" v="2943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0:51.530" v="2973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1:03.252" v="3017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1:24.890" v="3037" actId="20577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Osvaldo Luiz Santos Pereira" userId="c308351cf5a860c7" providerId="LiveId" clId="{7BB4B7FD-5B3B-426A-8991-F684B36D7174}" dt="2025-07-27T04:01:50.835" v="3093" actId="478"/>
          <ac:spMkLst>
            <pc:docMk/>
            <pc:sldMk cId="0" sldId="262"/>
            <ac:spMk id="12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2:27.260" v="3230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2:49.277" v="3311" actId="6549"/>
          <ac:spMkLst>
            <pc:docMk/>
            <pc:sldMk cId="0" sldId="262"/>
            <ac:spMk id="14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4:03:17.041" v="3435" actId="6549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Osvaldo Luiz Santos Pereira" userId="c308351cf5a860c7" providerId="LiveId" clId="{7BB4B7FD-5B3B-426A-8991-F684B36D7174}" dt="2025-07-27T04:03:25.714" v="3436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Osvaldo Luiz Santos Pereira" userId="c308351cf5a860c7" providerId="LiveId" clId="{7BB4B7FD-5B3B-426A-8991-F684B36D7174}" dt="2025-07-27T04:01:18" v="3018" actId="47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Osvaldo Luiz Santos Pereira" userId="c308351cf5a860c7" providerId="LiveId" clId="{7BB4B7FD-5B3B-426A-8991-F684B36D7174}" dt="2025-07-27T03:59:43.460" v="2818"/>
          <ac:spMkLst>
            <pc:docMk/>
            <pc:sldMk cId="0" sldId="262"/>
            <ac:spMk id="18" creationId="{7ABB0646-2B3B-3E31-8FBD-BEEB3070BAEA}"/>
          </ac:spMkLst>
        </pc:spChg>
      </pc:sldChg>
      <pc:sldChg chg="modSp mod modTransition">
        <pc:chgData name="Osvaldo Luiz Santos Pereira" userId="c308351cf5a860c7" providerId="LiveId" clId="{7BB4B7FD-5B3B-426A-8991-F684B36D7174}" dt="2025-07-27T04:35:23.078" v="4734"/>
        <pc:sldMkLst>
          <pc:docMk/>
          <pc:sldMk cId="1241393305" sldId="266"/>
        </pc:sldMkLst>
        <pc:spChg chg="mod">
          <ac:chgData name="Osvaldo Luiz Santos Pereira" userId="c308351cf5a860c7" providerId="LiveId" clId="{7BB4B7FD-5B3B-426A-8991-F684B36D7174}" dt="2025-07-27T03:44:12.946" v="280" actId="20577"/>
          <ac:spMkLst>
            <pc:docMk/>
            <pc:sldMk cId="1241393305" sldId="266"/>
            <ac:spMk id="7" creationId="{393DA2F4-A72D-CE2C-5D3F-1F0F06631913}"/>
          </ac:spMkLst>
        </pc:spChg>
        <pc:spChg chg="mod">
          <ac:chgData name="Osvaldo Luiz Santos Pereira" userId="c308351cf5a860c7" providerId="LiveId" clId="{7BB4B7FD-5B3B-426A-8991-F684B36D7174}" dt="2025-07-27T03:46:50.192" v="835" actId="14100"/>
          <ac:spMkLst>
            <pc:docMk/>
            <pc:sldMk cId="1241393305" sldId="266"/>
            <ac:spMk id="8" creationId="{3D6A4BC7-CEC0-23BB-E54F-D0BB4DF8EE1D}"/>
          </ac:spMkLst>
        </pc:spChg>
        <pc:spChg chg="mod">
          <ac:chgData name="Osvaldo Luiz Santos Pereira" userId="c308351cf5a860c7" providerId="LiveId" clId="{7BB4B7FD-5B3B-426A-8991-F684B36D7174}" dt="2025-07-27T03:47:09.083" v="865" actId="14100"/>
          <ac:spMkLst>
            <pc:docMk/>
            <pc:sldMk cId="1241393305" sldId="266"/>
            <ac:spMk id="14" creationId="{D861DC01-573C-EB3C-6454-163AFB60AC1A}"/>
          </ac:spMkLst>
        </pc:spChg>
        <pc:spChg chg="mod">
          <ac:chgData name="Osvaldo Luiz Santos Pereira" userId="c308351cf5a860c7" providerId="LiveId" clId="{7BB4B7FD-5B3B-426A-8991-F684B36D7174}" dt="2025-07-27T03:49:18.031" v="1248" actId="20577"/>
          <ac:spMkLst>
            <pc:docMk/>
            <pc:sldMk cId="1241393305" sldId="266"/>
            <ac:spMk id="15" creationId="{BA3D6825-5BF9-496E-839E-EF42232EE02E}"/>
          </ac:spMkLst>
        </pc:spChg>
        <pc:spChg chg="mod">
          <ac:chgData name="Osvaldo Luiz Santos Pereira" userId="c308351cf5a860c7" providerId="LiveId" clId="{7BB4B7FD-5B3B-426A-8991-F684B36D7174}" dt="2025-07-27T03:49:28.302" v="1261" actId="6549"/>
          <ac:spMkLst>
            <pc:docMk/>
            <pc:sldMk cId="1241393305" sldId="266"/>
            <ac:spMk id="21" creationId="{F83F05D1-01CC-6165-D75B-8BBBA1CEC5D0}"/>
          </ac:spMkLst>
        </pc:spChg>
        <pc:spChg chg="mod">
          <ac:chgData name="Osvaldo Luiz Santos Pereira" userId="c308351cf5a860c7" providerId="LiveId" clId="{7BB4B7FD-5B3B-426A-8991-F684B36D7174}" dt="2025-07-27T03:52:19.574" v="1561" actId="20577"/>
          <ac:spMkLst>
            <pc:docMk/>
            <pc:sldMk cId="1241393305" sldId="266"/>
            <ac:spMk id="22" creationId="{EB883F7B-E81A-2864-667A-734F11240EB4}"/>
          </ac:spMkLst>
        </pc:spChg>
        <pc:spChg chg="mod">
          <ac:chgData name="Osvaldo Luiz Santos Pereira" userId="c308351cf5a860c7" providerId="LiveId" clId="{7BB4B7FD-5B3B-426A-8991-F684B36D7174}" dt="2025-07-27T04:04:12.430" v="3570" actId="20577"/>
          <ac:spMkLst>
            <pc:docMk/>
            <pc:sldMk cId="1241393305" sldId="266"/>
            <ac:spMk id="24" creationId="{63A14EE2-0253-6153-93AF-768A98097F61}"/>
          </ac:spMkLst>
        </pc:spChg>
      </pc:sldChg>
      <pc:sldChg chg="add del modTransition">
        <pc:chgData name="Osvaldo Luiz Santos Pereira" userId="c308351cf5a860c7" providerId="LiveId" clId="{7BB4B7FD-5B3B-426A-8991-F684B36D7174}" dt="2025-07-27T04:47:44.041" v="4779"/>
        <pc:sldMkLst>
          <pc:docMk/>
          <pc:sldMk cId="2582722022" sldId="269"/>
        </pc:sldMkLst>
      </pc:sldChg>
      <pc:sldChg chg="delSp del ord">
        <pc:chgData name="Osvaldo Luiz Santos Pereira" userId="c308351cf5a860c7" providerId="LiveId" clId="{7BB4B7FD-5B3B-426A-8991-F684B36D7174}" dt="2025-07-27T04:09:20.623" v="4345" actId="47"/>
        <pc:sldMkLst>
          <pc:docMk/>
          <pc:sldMk cId="2320279716" sldId="270"/>
        </pc:sldMkLst>
        <pc:picChg chg="del">
          <ac:chgData name="Osvaldo Luiz Santos Pereira" userId="c308351cf5a860c7" providerId="LiveId" clId="{7BB4B7FD-5B3B-426A-8991-F684B36D7174}" dt="2025-07-27T04:04:39.086" v="3577" actId="21"/>
          <ac:picMkLst>
            <pc:docMk/>
            <pc:sldMk cId="2320279716" sldId="270"/>
            <ac:picMk id="7172" creationId="{E9B5E3B5-EE2B-41B5-9C6D-61984832F92D}"/>
          </ac:picMkLst>
        </pc:picChg>
      </pc:sldChg>
      <pc:sldChg chg="modSp mod modTransition">
        <pc:chgData name="Osvaldo Luiz Santos Pereira" userId="c308351cf5a860c7" providerId="LiveId" clId="{7BB4B7FD-5B3B-426A-8991-F684B36D7174}" dt="2025-07-27T04:36:19.011" v="4778"/>
        <pc:sldMkLst>
          <pc:docMk/>
          <pc:sldMk cId="2474270152" sldId="272"/>
        </pc:sldMkLst>
        <pc:spChg chg="mod">
          <ac:chgData name="Osvaldo Luiz Santos Pereira" userId="c308351cf5a860c7" providerId="LiveId" clId="{7BB4B7FD-5B3B-426A-8991-F684B36D7174}" dt="2025-07-27T04:03:39.093" v="3487" actId="20577"/>
          <ac:spMkLst>
            <pc:docMk/>
            <pc:sldMk cId="2474270152" sldId="272"/>
            <ac:spMk id="2" creationId="{0361EB0C-011A-8B02-C000-DEBDD0BDE993}"/>
          </ac:spMkLst>
        </pc:spChg>
        <pc:spChg chg="mod">
          <ac:chgData name="Osvaldo Luiz Santos Pereira" userId="c308351cf5a860c7" providerId="LiveId" clId="{7BB4B7FD-5B3B-426A-8991-F684B36D7174}" dt="2025-07-27T04:11:19.765" v="4650" actId="20577"/>
          <ac:spMkLst>
            <pc:docMk/>
            <pc:sldMk cId="2474270152" sldId="272"/>
            <ac:spMk id="4" creationId="{2D2897AC-8911-5CC7-8D29-C1D2B5D6187B}"/>
          </ac:spMkLst>
        </pc:spChg>
      </pc:sldChg>
      <pc:sldChg chg="ord modTransition">
        <pc:chgData name="Osvaldo Luiz Santos Pereira" userId="c308351cf5a860c7" providerId="LiveId" clId="{7BB4B7FD-5B3B-426A-8991-F684B36D7174}" dt="2025-07-27T04:34:12.993" v="4691"/>
        <pc:sldMkLst>
          <pc:docMk/>
          <pc:sldMk cId="4057665784" sldId="273"/>
        </pc:sldMkLst>
      </pc:sldChg>
      <pc:sldChg chg="addSp delSp modSp mod modTransition">
        <pc:chgData name="Osvaldo Luiz Santos Pereira" userId="c308351cf5a860c7" providerId="LiveId" clId="{7BB4B7FD-5B3B-426A-8991-F684B36D7174}" dt="2025-07-27T04:56:17.577" v="4808"/>
        <pc:sldMkLst>
          <pc:docMk/>
          <pc:sldMk cId="3190933223" sldId="274"/>
        </pc:sldMkLst>
        <pc:picChg chg="add mod">
          <ac:chgData name="Osvaldo Luiz Santos Pereira" userId="c308351cf5a860c7" providerId="LiveId" clId="{7BB4B7FD-5B3B-426A-8991-F684B36D7174}" dt="2025-07-27T03:19:50.038" v="233" actId="962"/>
          <ac:picMkLst>
            <pc:docMk/>
            <pc:sldMk cId="3190933223" sldId="274"/>
            <ac:picMk id="3" creationId="{613197CF-DE1C-B79B-D0E5-951F593A9D0B}"/>
          </ac:picMkLst>
        </pc:picChg>
        <pc:picChg chg="del">
          <ac:chgData name="Osvaldo Luiz Santos Pereira" userId="c308351cf5a860c7" providerId="LiveId" clId="{7BB4B7FD-5B3B-426A-8991-F684B36D7174}" dt="2025-07-27T03:19:36.855" v="230" actId="478"/>
          <ac:picMkLst>
            <pc:docMk/>
            <pc:sldMk cId="3190933223" sldId="274"/>
            <ac:picMk id="1026" creationId="{43FFCF56-5D33-3DD6-7D16-AEDA3C8AF22F}"/>
          </ac:picMkLst>
        </pc:picChg>
      </pc:sldChg>
      <pc:sldChg chg="addSp delSp modSp add mod modTransition">
        <pc:chgData name="Osvaldo Luiz Santos Pereira" userId="c308351cf5a860c7" providerId="LiveId" clId="{7BB4B7FD-5B3B-426A-8991-F684B36D7174}" dt="2025-07-27T04:48:28.940" v="4793"/>
        <pc:sldMkLst>
          <pc:docMk/>
          <pc:sldMk cId="1741497257" sldId="275"/>
        </pc:sldMkLst>
        <pc:spChg chg="add del mod">
          <ac:chgData name="Osvaldo Luiz Santos Pereira" userId="c308351cf5a860c7" providerId="LiveId" clId="{7BB4B7FD-5B3B-426A-8991-F684B36D7174}" dt="2025-07-27T03:40:36.960" v="263" actId="478"/>
          <ac:spMkLst>
            <pc:docMk/>
            <pc:sldMk cId="1741497257" sldId="275"/>
            <ac:spMk id="2" creationId="{63DEA30A-FA98-BDC4-186B-01A1254B859A}"/>
          </ac:spMkLst>
        </pc:spChg>
        <pc:spChg chg="del">
          <ac:chgData name="Osvaldo Luiz Santos Pereira" userId="c308351cf5a860c7" providerId="LiveId" clId="{7BB4B7FD-5B3B-426A-8991-F684B36D7174}" dt="2025-07-27T03:37:33.605" v="237" actId="478"/>
          <ac:spMkLst>
            <pc:docMk/>
            <pc:sldMk cId="1741497257" sldId="275"/>
            <ac:spMk id="4" creationId="{CE818B6E-9C84-6D1C-3F79-5F76E8976561}"/>
          </ac:spMkLst>
        </pc:spChg>
        <pc:spChg chg="mod">
          <ac:chgData name="Osvaldo Luiz Santos Pereira" userId="c308351cf5a860c7" providerId="LiveId" clId="{7BB4B7FD-5B3B-426A-8991-F684B36D7174}" dt="2025-07-27T03:41:07.505" v="267" actId="122"/>
          <ac:spMkLst>
            <pc:docMk/>
            <pc:sldMk cId="1741497257" sldId="275"/>
            <ac:spMk id="10" creationId="{448B07E1-C170-43BC-7969-F8C1C408689E}"/>
          </ac:spMkLst>
        </pc:spChg>
        <pc:spChg chg="del">
          <ac:chgData name="Osvaldo Luiz Santos Pereira" userId="c308351cf5a860c7" providerId="LiveId" clId="{7BB4B7FD-5B3B-426A-8991-F684B36D7174}" dt="2025-07-27T03:37:33.605" v="237" actId="478"/>
          <ac:spMkLst>
            <pc:docMk/>
            <pc:sldMk cId="1741497257" sldId="275"/>
            <ac:spMk id="11" creationId="{05F44371-B5BA-9723-26C3-AFFDD6A2C43C}"/>
          </ac:spMkLst>
        </pc:spChg>
        <pc:picChg chg="add mod">
          <ac:chgData name="Osvaldo Luiz Santos Pereira" userId="c308351cf5a860c7" providerId="LiveId" clId="{7BB4B7FD-5B3B-426A-8991-F684B36D7174}" dt="2025-07-27T03:40:44.218" v="265" actId="1076"/>
          <ac:picMkLst>
            <pc:docMk/>
            <pc:sldMk cId="1741497257" sldId="275"/>
            <ac:picMk id="3" creationId="{7E924A33-A2B3-676B-3BCE-E45F4CA49FD5}"/>
          </ac:picMkLst>
        </pc:picChg>
        <pc:picChg chg="add del mod">
          <ac:chgData name="Osvaldo Luiz Santos Pereira" userId="c308351cf5a860c7" providerId="LiveId" clId="{7BB4B7FD-5B3B-426A-8991-F684B36D7174}" dt="2025-07-27T03:39:07.229" v="253" actId="478"/>
          <ac:picMkLst>
            <pc:docMk/>
            <pc:sldMk cId="1741497257" sldId="275"/>
            <ac:picMk id="1026" creationId="{BE97A7C6-6F2C-9A8E-9FF6-18483F52D641}"/>
          </ac:picMkLst>
        </pc:picChg>
        <pc:picChg chg="add del mod">
          <ac:chgData name="Osvaldo Luiz Santos Pereira" userId="c308351cf5a860c7" providerId="LiveId" clId="{7BB4B7FD-5B3B-426A-8991-F684B36D7174}" dt="2025-07-27T03:39:11.926" v="256" actId="21"/>
          <ac:picMkLst>
            <pc:docMk/>
            <pc:sldMk cId="1741497257" sldId="275"/>
            <ac:picMk id="1028" creationId="{EB967305-1D06-F204-FB8A-0729AC23D7F6}"/>
          </ac:picMkLst>
        </pc:picChg>
        <pc:picChg chg="add del mod">
          <ac:chgData name="Osvaldo Luiz Santos Pereira" userId="c308351cf5a860c7" providerId="LiveId" clId="{7BB4B7FD-5B3B-426A-8991-F684B36D7174}" dt="2025-07-27T03:40:29.203" v="260" actId="21"/>
          <ac:picMkLst>
            <pc:docMk/>
            <pc:sldMk cId="1741497257" sldId="275"/>
            <ac:picMk id="1030" creationId="{7E924A33-A2B3-676B-3BCE-E45F4CA49FD5}"/>
          </ac:picMkLst>
        </pc:picChg>
        <pc:picChg chg="del">
          <ac:chgData name="Osvaldo Luiz Santos Pereira" userId="c308351cf5a860c7" providerId="LiveId" clId="{7BB4B7FD-5B3B-426A-8991-F684B36D7174}" dt="2025-07-27T03:37:33.605" v="237" actId="478"/>
          <ac:picMkLst>
            <pc:docMk/>
            <pc:sldMk cId="1741497257" sldId="275"/>
            <ac:picMk id="5122" creationId="{F4B8157D-F843-BA41-9C9F-A71A7C653550}"/>
          </ac:picMkLst>
        </pc:picChg>
      </pc:sldChg>
    </pc:docChg>
  </pc:docChgLst>
  <pc:docChgLst>
    <pc:chgData name="Osvaldo Luiz Santos Pereira" userId="c308351cf5a860c7" providerId="LiveId" clId="{D4D05417-0FFD-4E99-9F2F-09FCB901FCED}"/>
    <pc:docChg chg="undo custSel addSld delSld modSld sldOrd">
      <pc:chgData name="Osvaldo Luiz Santos Pereira" userId="c308351cf5a860c7" providerId="LiveId" clId="{D4D05417-0FFD-4E99-9F2F-09FCB901FCED}" dt="2025-07-24T23:49:44.725" v="229"/>
      <pc:docMkLst>
        <pc:docMk/>
      </pc:docMkLst>
      <pc:sldChg chg="modTransition">
        <pc:chgData name="Osvaldo Luiz Santos Pereira" userId="c308351cf5a860c7" providerId="LiveId" clId="{D4D05417-0FFD-4E99-9F2F-09FCB901FCED}" dt="2025-07-24T23:29:10.231" v="39"/>
        <pc:sldMkLst>
          <pc:docMk/>
          <pc:sldMk cId="0" sldId="256"/>
        </pc:sldMkLst>
      </pc:sldChg>
      <pc:sldChg chg="modTransition">
        <pc:chgData name="Osvaldo Luiz Santos Pereira" userId="c308351cf5a860c7" providerId="LiveId" clId="{D4D05417-0FFD-4E99-9F2F-09FCB901FCED}" dt="2025-07-24T23:43:42.327" v="113"/>
        <pc:sldMkLst>
          <pc:docMk/>
          <pc:sldMk cId="0" sldId="257"/>
        </pc:sldMkLst>
      </pc:sldChg>
      <pc:sldChg chg="ord modTransition">
        <pc:chgData name="Osvaldo Luiz Santos Pereira" userId="c308351cf5a860c7" providerId="LiveId" clId="{D4D05417-0FFD-4E99-9F2F-09FCB901FCED}" dt="2025-07-24T23:46:35.531" v="183"/>
        <pc:sldMkLst>
          <pc:docMk/>
          <pc:sldMk cId="0" sldId="261"/>
        </pc:sldMkLst>
      </pc:sldChg>
      <pc:sldChg chg="modTransition">
        <pc:chgData name="Osvaldo Luiz Santos Pereira" userId="c308351cf5a860c7" providerId="LiveId" clId="{D4D05417-0FFD-4E99-9F2F-09FCB901FCED}" dt="2025-07-24T23:49:15.042" v="217"/>
        <pc:sldMkLst>
          <pc:docMk/>
          <pc:sldMk cId="0" sldId="262"/>
        </pc:sldMkLst>
      </pc:sldChg>
      <pc:sldChg chg="modTransition">
        <pc:chgData name="Osvaldo Luiz Santos Pereira" userId="c308351cf5a860c7" providerId="LiveId" clId="{D4D05417-0FFD-4E99-9F2F-09FCB901FCED}" dt="2025-07-24T23:43:49.792" v="130"/>
        <pc:sldMkLst>
          <pc:docMk/>
          <pc:sldMk cId="1241393305" sldId="266"/>
        </pc:sldMkLst>
      </pc:sldChg>
      <pc:sldChg chg="modTransition">
        <pc:chgData name="Osvaldo Luiz Santos Pereira" userId="c308351cf5a860c7" providerId="LiveId" clId="{D4D05417-0FFD-4E99-9F2F-09FCB901FCED}" dt="2025-07-24T23:31:29.387" v="44"/>
        <pc:sldMkLst>
          <pc:docMk/>
          <pc:sldMk cId="2582722022" sldId="269"/>
        </pc:sldMkLst>
      </pc:sldChg>
      <pc:sldChg chg="modTransition">
        <pc:chgData name="Osvaldo Luiz Santos Pereira" userId="c308351cf5a860c7" providerId="LiveId" clId="{D4D05417-0FFD-4E99-9F2F-09FCB901FCED}" dt="2025-07-24T23:49:22.739" v="227"/>
        <pc:sldMkLst>
          <pc:docMk/>
          <pc:sldMk cId="2320279716" sldId="270"/>
        </pc:sldMkLst>
      </pc:sldChg>
      <pc:sldChg chg="add del">
        <pc:chgData name="Osvaldo Luiz Santos Pereira" userId="c308351cf5a860c7" providerId="LiveId" clId="{D4D05417-0FFD-4E99-9F2F-09FCB901FCED}" dt="2025-07-24T23:28:37.167" v="35" actId="47"/>
        <pc:sldMkLst>
          <pc:docMk/>
          <pc:sldMk cId="1764655046" sldId="271"/>
        </pc:sldMkLst>
      </pc:sldChg>
      <pc:sldChg chg="modTransition">
        <pc:chgData name="Osvaldo Luiz Santos Pereira" userId="c308351cf5a860c7" providerId="LiveId" clId="{D4D05417-0FFD-4E99-9F2F-09FCB901FCED}" dt="2025-07-24T23:49:44.725" v="229"/>
        <pc:sldMkLst>
          <pc:docMk/>
          <pc:sldMk cId="2474270152" sldId="272"/>
        </pc:sldMkLst>
      </pc:sldChg>
      <pc:sldChg chg="add del">
        <pc:chgData name="Osvaldo Luiz Santos Pereira" userId="c308351cf5a860c7" providerId="LiveId" clId="{D4D05417-0FFD-4E99-9F2F-09FCB901FCED}" dt="2025-07-24T23:20:09.491" v="16"/>
        <pc:sldMkLst>
          <pc:docMk/>
          <pc:sldMk cId="2363970585" sldId="273"/>
        </pc:sldMkLst>
      </pc:sldChg>
      <pc:sldChg chg="add del modTransition">
        <pc:chgData name="Osvaldo Luiz Santos Pereira" userId="c308351cf5a860c7" providerId="LiveId" clId="{D4D05417-0FFD-4E99-9F2F-09FCB901FCED}" dt="2025-07-24T23:42:54.511" v="76"/>
        <pc:sldMkLst>
          <pc:docMk/>
          <pc:sldMk cId="4057665784" sldId="273"/>
        </pc:sldMkLst>
      </pc:sldChg>
      <pc:sldChg chg="addSp delSp add del modTransition">
        <pc:chgData name="Osvaldo Luiz Santos Pereira" userId="c308351cf5a860c7" providerId="LiveId" clId="{D4D05417-0FFD-4E99-9F2F-09FCB901FCED}" dt="2025-07-24T23:43:04.121" v="81"/>
        <pc:sldMkLst>
          <pc:docMk/>
          <pc:sldMk cId="3190933223" sldId="274"/>
        </pc:sldMkLst>
      </pc:sldChg>
      <pc:sldChg chg="add del">
        <pc:chgData name="Osvaldo Luiz Santos Pereira" userId="c308351cf5a860c7" providerId="LiveId" clId="{D4D05417-0FFD-4E99-9F2F-09FCB901FCED}" dt="2025-07-24T23:27:01.042" v="21"/>
        <pc:sldMkLst>
          <pc:docMk/>
          <pc:sldMk cId="2240957481" sldId="275"/>
        </pc:sldMkLst>
      </pc:sldChg>
    </pc:docChg>
  </pc:docChgLst>
  <pc:docChgLst>
    <pc:chgData name="Osvaldo Luiz Santos Pereira" userId="c308351cf5a860c7" providerId="LiveId" clId="{875B14FA-8F85-457B-9703-E44AAB806ADC}"/>
    <pc:docChg chg="modSld">
      <pc:chgData name="Osvaldo Luiz Santos Pereira" userId="c308351cf5a860c7" providerId="LiveId" clId="{875B14FA-8F85-457B-9703-E44AAB806ADC}" dt="2025-07-25T00:01:24.921" v="10"/>
      <pc:docMkLst>
        <pc:docMk/>
      </pc:docMkLst>
      <pc:sldChg chg="modTransition">
        <pc:chgData name="Osvaldo Luiz Santos Pereira" userId="c308351cf5a860c7" providerId="LiveId" clId="{875B14FA-8F85-457B-9703-E44AAB806ADC}" dt="2025-07-25T00:01:24.921" v="10"/>
        <pc:sldMkLst>
          <pc:docMk/>
          <pc:sldMk cId="0" sldId="256"/>
        </pc:sldMkLst>
      </pc:sldChg>
      <pc:sldChg chg="modTransition">
        <pc:chgData name="Osvaldo Luiz Santos Pereira" userId="c308351cf5a860c7" providerId="LiveId" clId="{875B14FA-8F85-457B-9703-E44AAB806ADC}" dt="2025-07-25T00:00:02.514" v="9"/>
        <pc:sldMkLst>
          <pc:docMk/>
          <pc:sldMk cId="2582722022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52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C39E2-2887-E717-14D6-CA72A6B4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6E112-9315-B90C-1A77-E2432E53E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08386-990B-7D0B-8FDB-89BFB7362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CC4BE-C19D-1EA1-B829-63318AE7B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51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207B-31F4-81AC-E873-0662455F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12D37-A34F-2A38-6DBD-C72FAB7CB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49507-3319-9518-A291-02202224C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3ECD2-00A3-3358-76FD-7C0E0037B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86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00557-0911-3210-BF8B-EC0D5ABF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29EE0-FEF7-47E4-AB7E-C2109914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08707-CC85-439E-0F4A-27C35D39F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7CEAC-9B1F-230D-72BD-29BAD54DA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93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D447-5958-CD50-3B4B-F26E2A75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AD4B5-891B-DDBA-8EDA-AC8B2DBBB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4AC07-DE5E-2412-E09D-097A6B7B2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A1382-757E-D6AD-1009-4C6BFF01F7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26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FEF-989F-9FEA-4FD8-94CC2530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91671-F113-E008-3B15-A57975991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51809-0701-103B-8BDE-4B5146F12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026B9-7E37-DE9B-E1C1-DD972FC74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70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3D09-1294-92CB-63A1-93A2B72E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78E5E-E95C-5573-8A7B-DD898AAB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38118-0B0A-FD01-2BF9-FE2854C17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FC1D0-9EB1-6676-9FAC-5B5256BA0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8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gr-qc/0009013" TargetMode="External"/><Relationship Id="rId4" Type="http://schemas.openxmlformats.org/officeDocument/2006/relationships/hyperlink" Target="https://arxiv.org/ct?url=http://dx.doi.org/10.1088/0264-9381/11/5/001&amp;v=9a87c2e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4288" y="221355"/>
            <a:ext cx="14070785" cy="72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Alcubierre Warp Drive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314288" y="1550020"/>
            <a:ext cx="5885790" cy="387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Miguel Alcubierre,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propôs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 warp drive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1994</a:t>
            </a:r>
          </a:p>
          <a:p>
            <a:pPr marL="342900" indent="-34290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Mecanismo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propulsão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super luminal</a:t>
            </a: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Espaçonave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dentro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bolha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dobra</a:t>
            </a: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Expansão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contração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espaçotempo</a:t>
            </a: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Dentro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bolha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dobra as leis da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relatividade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restrita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são</a:t>
            </a: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respeitadas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C4234F-A56D-D2EC-D9A2-7395E6B71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857" y="1397619"/>
            <a:ext cx="7906216" cy="527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9">
            <a:extLst>
              <a:ext uri="{FF2B5EF4-FFF2-40B4-BE49-F238E27FC236}">
                <a16:creationId xmlns:a16="http://schemas.microsoft.com/office/drawing/2014/main" id="{CD9006C1-E993-FA08-CE1C-B433FC49F4D3}"/>
              </a:ext>
            </a:extLst>
          </p:cNvPr>
          <p:cNvSpPr/>
          <p:nvPr/>
        </p:nvSpPr>
        <p:spPr>
          <a:xfrm>
            <a:off x="34481" y="6517964"/>
            <a:ext cx="616559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Miguel Alcubierre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  <a:p>
            <a:r>
              <a:rPr lang="pt-BR" sz="2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warp drive: </a:t>
            </a:r>
            <a:r>
              <a:rPr lang="pt-BR" sz="20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hyper</a:t>
            </a:r>
            <a:r>
              <a:rPr lang="pt-BR" sz="2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-fast </a:t>
            </a:r>
            <a:r>
              <a:rPr lang="pt-BR" sz="20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travel</a:t>
            </a:r>
            <a:r>
              <a:rPr lang="pt-BR" sz="2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pt-BR" sz="20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within</a:t>
            </a:r>
            <a:r>
              <a:rPr lang="pt-BR" sz="2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general </a:t>
            </a:r>
            <a:r>
              <a:rPr lang="pt-BR" sz="20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relativity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  <a:p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Clas. Quant. Grav. vol. 11, L73-L77 (1994). </a:t>
            </a:r>
          </a:p>
          <a:p>
            <a:r>
              <a:rPr lang="pt-BR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doi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pt-BR" sz="2000" u="sng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10.1088/0264-9381/11/5/001</a:t>
            </a:r>
            <a:endParaRPr lang="pt-BR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pt-BR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arXiv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pt-BR" sz="2000" dirty="0" err="1">
                <a:solidFill>
                  <a:srgbClr val="0563C1"/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gr-qc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/0009013v1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1F66518-FABB-15B7-757F-9A4D9DA66830}"/>
              </a:ext>
            </a:extLst>
          </p:cNvPr>
          <p:cNvSpPr/>
          <p:nvPr/>
        </p:nvSpPr>
        <p:spPr>
          <a:xfrm>
            <a:off x="200722" y="1397619"/>
            <a:ext cx="6165597" cy="45162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000"/>
    </mc:Choice>
    <mc:Fallback>
      <p:transition spd="slow" advClick="0" advTm="1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CD0B-B094-B001-3E13-67F731B0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7D3E01-2D47-9A9A-E20F-C9EA286CF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0"/>
            <a:ext cx="82296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722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6000"/>
    </mc:Choice>
    <mc:Fallback>
      <p:transition spd="slow" advClick="0" advTm="26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3EE7A-7B7B-6905-7F13-3A0903B1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613197CF-DE1C-B79B-D0E5-951F593A9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0"/>
            <a:ext cx="12344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33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57E7-4DC2-B031-F47E-18F8213D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Nave Espacial no Continuum Quântico">
            <a:extLst>
              <a:ext uri="{FF2B5EF4-FFF2-40B4-BE49-F238E27FC236}">
                <a16:creationId xmlns:a16="http://schemas.microsoft.com/office/drawing/2014/main" id="{EC1ABCCE-1E76-56D4-A17A-03D7C8FD7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44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665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0"/>
    </mc:Choice>
    <mc:Fallback>
      <p:transition spd="slow" advClick="0" advTm="2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4287" y="1583471"/>
            <a:ext cx="5930395" cy="5337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Formalismo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ADM (3+1)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ajuda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descrever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o warp drive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através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da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folheação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do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espaçotempo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.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É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conhecido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como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formalism ADM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devido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à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seus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criadores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os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físicos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Richard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Arnowitt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(A), Stanley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Deser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(D), e Charles Misner (M) que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desenvolveram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este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formalism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na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década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1950.</a:t>
            </a:r>
          </a:p>
          <a:p>
            <a:pPr>
              <a:lnSpc>
                <a:spcPts val="1800"/>
              </a:lnSpc>
            </a:pPr>
            <a:endParaRPr lang="en-US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As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equações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Einstein se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tornam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um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problema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valor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inicial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Problema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Cauchy).</a:t>
            </a: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O tempo continua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sendo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uma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coordenada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do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espaçotempo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, mas se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torna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um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parâmetro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evolui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ajudando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descrever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dinâmica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do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sistema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.</a:t>
            </a: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Folheamento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do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espaçotempo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determinam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hipersuperfícies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do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tipo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espaço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para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cada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coordenada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temporal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constante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Parâmetros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função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lapso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vetor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desvio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normal à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superfície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métrica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especial das </a:t>
            </a:r>
            <a:r>
              <a:rPr lang="en-US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hipersuperfícies</a:t>
            </a:r>
            <a:r>
              <a:rPr lang="en-US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>
              <a:lnSpc>
                <a:spcPts val="1800"/>
              </a:lnSpc>
            </a:pPr>
            <a:endParaRPr lang="en-US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519832D6-9E97-998A-2C48-B35C75148B1D}"/>
              </a:ext>
            </a:extLst>
          </p:cNvPr>
          <p:cNvSpPr/>
          <p:nvPr/>
        </p:nvSpPr>
        <p:spPr>
          <a:xfrm>
            <a:off x="314288" y="221355"/>
            <a:ext cx="14070785" cy="72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9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Formalismo</a:t>
            </a: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ADM (3+1)</a:t>
            </a:r>
            <a:endParaRPr lang="en-US" sz="39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38FBB0-038C-64B3-54E5-9BC72C5AF4FB}"/>
              </a:ext>
            </a:extLst>
          </p:cNvPr>
          <p:cNvSpPr/>
          <p:nvPr/>
        </p:nvSpPr>
        <p:spPr>
          <a:xfrm>
            <a:off x="200722" y="1397619"/>
            <a:ext cx="6165597" cy="56313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E9B5E3B5-EE2B-41B5-9C6D-61984832F9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79"/>
          <a:stretch>
            <a:fillRect/>
          </a:stretch>
        </p:blipFill>
        <p:spPr bwMode="auto">
          <a:xfrm>
            <a:off x="6780967" y="1397619"/>
            <a:ext cx="7604106" cy="563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000"/>
    </mc:Choice>
    <mc:Fallback>
      <p:transition spd="slow" advClick="0" advTm="1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B219-4E8E-F6C7-6721-B23D54E2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448B07E1-C170-43BC-7969-F8C1C408689E}"/>
              </a:ext>
            </a:extLst>
          </p:cNvPr>
          <p:cNvSpPr/>
          <p:nvPr/>
        </p:nvSpPr>
        <p:spPr>
          <a:xfrm>
            <a:off x="314288" y="7281746"/>
            <a:ext cx="14070785" cy="72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850"/>
              </a:lnSpc>
            </a:pPr>
            <a:r>
              <a:rPr lang="en-US" sz="40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Richard </a:t>
            </a:r>
            <a:r>
              <a:rPr lang="en-US" sz="40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Arnowitt</a:t>
            </a:r>
            <a:r>
              <a:rPr lang="en-US" sz="40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, Stanley </a:t>
            </a:r>
            <a:r>
              <a:rPr lang="en-US" sz="40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Deser</a:t>
            </a:r>
            <a:r>
              <a:rPr lang="en-US" sz="40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, and Charles Misner</a:t>
            </a:r>
            <a:endParaRPr lang="en-US" sz="3900" dirty="0"/>
          </a:p>
        </p:txBody>
      </p:sp>
      <p:pic>
        <p:nvPicPr>
          <p:cNvPr id="3" name="Picture 6" descr="undefined">
            <a:extLst>
              <a:ext uri="{FF2B5EF4-FFF2-40B4-BE49-F238E27FC236}">
                <a16:creationId xmlns:a16="http://schemas.microsoft.com/office/drawing/2014/main" id="{7E924A33-A2B3-676B-3BCE-E45F4CA49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211" y="143296"/>
            <a:ext cx="6886938" cy="688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497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3097-CAFF-4473-FA3F-9D138664B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D76DDAB-A7AB-15CA-4ADD-B0A8E991F09D}"/>
              </a:ext>
            </a:extLst>
          </p:cNvPr>
          <p:cNvSpPr/>
          <p:nvPr/>
        </p:nvSpPr>
        <p:spPr>
          <a:xfrm>
            <a:off x="793790" y="1987545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EF68B9-DB0F-53FF-5A9B-33FEB5E08CAD}"/>
              </a:ext>
            </a:extLst>
          </p:cNvPr>
          <p:cNvSpPr/>
          <p:nvPr/>
        </p:nvSpPr>
        <p:spPr>
          <a:xfrm>
            <a:off x="2603778" y="1712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F40BA33-0845-FCE9-C706-A202F7506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372" y="1861577"/>
            <a:ext cx="238125" cy="29765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393DA2F4-A72D-CE2C-5D3F-1F0F06631913}"/>
              </a:ext>
            </a:extLst>
          </p:cNvPr>
          <p:cNvSpPr/>
          <p:nvPr/>
        </p:nvSpPr>
        <p:spPr>
          <a:xfrm>
            <a:off x="1015008" y="2506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Função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lapso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(α)</a:t>
            </a:r>
            <a:endParaRPr lang="en-US" sz="19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>
                <a:extLst>
                  <a:ext uri="{FF2B5EF4-FFF2-40B4-BE49-F238E27FC236}">
                    <a16:creationId xmlns:a16="http://schemas.microsoft.com/office/drawing/2014/main" id="{3D6A4BC7-CEC0-23BB-E54F-D0BB4DF8EE1D}"/>
                  </a:ext>
                </a:extLst>
              </p:cNvPr>
              <p:cNvSpPr/>
              <p:nvPr/>
            </p:nvSpPr>
            <p:spPr>
              <a:xfrm>
                <a:off x="1015008" y="2935758"/>
                <a:ext cx="3902680" cy="38664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2500"/>
                  </a:lnSpc>
                </a:pP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Determina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 taxa de passage do tempo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próprio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medido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entre as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hipersuperfícies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adjacentes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.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Matematicamente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se</a:t>
                </a:r>
                <a:r>
                  <a:rPr lang="en-US" sz="16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</m:ctrlPr>
                      </m:sSupPr>
                      <m:e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𝑛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𝜇</m:t>
                        </m:r>
                      </m:sup>
                    </m:sSup>
                    <m:r>
                      <a:rPr lang="pt-BR" sz="160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 Medium" pitchFamily="34" charset="-122"/>
                        <a:cs typeface="Roboto Medium" pitchFamily="34" charset="-12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é o </a:t>
                </a:r>
                <a:r>
                  <a:rPr lang="en-US" sz="160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vetor</a:t>
                </a:r>
                <a:r>
                  <a:rPr lang="en-US" sz="16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normal à </a:t>
                </a:r>
                <a:r>
                  <a:rPr lang="en-US" sz="160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hipersuperfície</a:t>
                </a:r>
                <a:r>
                  <a:rPr lang="en-US" sz="16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</a:t>
                </a:r>
                <a:r>
                  <a:rPr lang="en-US" sz="160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então</a:t>
                </a:r>
                <a:r>
                  <a:rPr lang="en-US" sz="16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</a:p>
              <a:p>
                <a:pPr>
                  <a:lnSpc>
                    <a:spcPts val="2500"/>
                  </a:lnSpc>
                </a:pPr>
                <a:endParaRPr 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solidFill>
                            <a:srgbClr val="CFD0D8"/>
                          </a:solidFill>
                          <a:latin typeface="Cambria Math" panose="02040503050406030204" pitchFamily="18" charset="0"/>
                          <a:ea typeface="Roboto Medium" pitchFamily="34" charset="-122"/>
                          <a:cs typeface="Roboto Medium" pitchFamily="34" charset="-120"/>
                        </a:rPr>
                        <m:t>𝛼</m:t>
                      </m:r>
                      <m:r>
                        <a:rPr lang="pt-BR" sz="1600" b="0" i="1" smtClean="0">
                          <a:solidFill>
                            <a:srgbClr val="CFD0D8"/>
                          </a:solidFill>
                          <a:latin typeface="Cambria Math" panose="02040503050406030204" pitchFamily="18" charset="0"/>
                          <a:ea typeface="Roboto Medium" pitchFamily="34" charset="-122"/>
                          <a:cs typeface="Roboto Medium" pitchFamily="34" charset="-120"/>
                        </a:rPr>
                        <m:t>=</m:t>
                      </m:r>
                      <m:sSup>
                        <m:sSupPr>
                          <m:ctrlP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  <m:t>00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−1/2</m:t>
                          </m:r>
                        </m:sup>
                      </m:sSup>
                      <m:r>
                        <a:rPr lang="pt-BR" sz="1600" b="0" i="1" smtClean="0">
                          <a:solidFill>
                            <a:srgbClr val="CFD0D8"/>
                          </a:solidFill>
                          <a:latin typeface="Cambria Math" panose="02040503050406030204" pitchFamily="18" charset="0"/>
                          <a:ea typeface="Roboto Medium" pitchFamily="34" charset="-122"/>
                          <a:cs typeface="Roboto Medium" pitchFamily="34" charset="-12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marL="0" indent="0" algn="l">
                  <a:lnSpc>
                    <a:spcPts val="2500"/>
                  </a:lnSpc>
                  <a:buNone/>
                </a:pPr>
                <a:endParaRPr lang="en-US" sz="155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>
                  <a:lnSpc>
                    <a:spcPts val="2500"/>
                  </a:lnSpc>
                </a:pP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função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lapso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determina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como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coordenada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de tempo se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relaciona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com o tempo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próprio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medido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por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um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observador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se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movendo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ortogonalmente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às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55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hipersuperfícies</a:t>
                </a: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.</a:t>
                </a:r>
              </a:p>
              <a:p>
                <a:pPr marL="0" indent="0" algn="l">
                  <a:lnSpc>
                    <a:spcPts val="2500"/>
                  </a:lnSpc>
                  <a:buNone/>
                </a:pPr>
                <a:endParaRPr lang="en-US" sz="155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8" name="Text 5">
                <a:extLst>
                  <a:ext uri="{FF2B5EF4-FFF2-40B4-BE49-F238E27FC236}">
                    <a16:creationId xmlns:a16="http://schemas.microsoft.com/office/drawing/2014/main" id="{3D6A4BC7-CEC0-23BB-E54F-D0BB4DF8E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08" y="2935758"/>
                <a:ext cx="3902680" cy="3866485"/>
              </a:xfrm>
              <a:prstGeom prst="rect">
                <a:avLst/>
              </a:prstGeom>
              <a:blipFill>
                <a:blip r:embed="rId4"/>
                <a:stretch>
                  <a:fillRect l="-3281" t="-158" b="-789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8">
            <a:extLst>
              <a:ext uri="{FF2B5EF4-FFF2-40B4-BE49-F238E27FC236}">
                <a16:creationId xmlns:a16="http://schemas.microsoft.com/office/drawing/2014/main" id="{DF49C649-2096-CD87-D369-7E63D1D630BB}"/>
              </a:ext>
            </a:extLst>
          </p:cNvPr>
          <p:cNvSpPr/>
          <p:nvPr/>
        </p:nvSpPr>
        <p:spPr>
          <a:xfrm>
            <a:off x="5207437" y="1987545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3C225D8-FDBB-BAAC-9C18-4E8434C3B3DD}"/>
              </a:ext>
            </a:extLst>
          </p:cNvPr>
          <p:cNvSpPr/>
          <p:nvPr/>
        </p:nvSpPr>
        <p:spPr>
          <a:xfrm>
            <a:off x="7017425" y="1712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B57966CE-A984-124D-FBCC-C8B85E298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018" y="1861577"/>
            <a:ext cx="238125" cy="297656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D861DC01-573C-EB3C-6454-163AFB60AC1A}"/>
              </a:ext>
            </a:extLst>
          </p:cNvPr>
          <p:cNvSpPr/>
          <p:nvPr/>
        </p:nvSpPr>
        <p:spPr>
          <a:xfrm>
            <a:off x="5428655" y="2506539"/>
            <a:ext cx="38714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Vetor de </a:t>
            </a: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desvio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(βᵢ)</a:t>
            </a:r>
            <a:endParaRPr lang="en-US" sz="19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A3D6825-5BF9-496E-839E-EF42232EE02E}"/>
              </a:ext>
            </a:extLst>
          </p:cNvPr>
          <p:cNvSpPr/>
          <p:nvPr/>
        </p:nvSpPr>
        <p:spPr>
          <a:xfrm>
            <a:off x="5428655" y="2935759"/>
            <a:ext cx="3772972" cy="3581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Relaciona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coordenadas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espaciais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entre as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hipersuperfícies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adjacentes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deslocamento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das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coordenadas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espaciais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acordo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 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movimento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entre as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hipersuperfícies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folheadas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métrica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Alcubierre, 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vetor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desvio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responsável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pelo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efeito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dobra que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propulsiona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bolha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dobra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um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mecanismo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transporte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superluminal.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1AC0F11-428F-5AE8-C1E2-516767EEEEA8}"/>
              </a:ext>
            </a:extLst>
          </p:cNvPr>
          <p:cNvSpPr/>
          <p:nvPr/>
        </p:nvSpPr>
        <p:spPr>
          <a:xfrm>
            <a:off x="9621203" y="1987545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282F60D-9B0D-02D4-EE6F-E408E5C18F84}"/>
              </a:ext>
            </a:extLst>
          </p:cNvPr>
          <p:cNvSpPr/>
          <p:nvPr/>
        </p:nvSpPr>
        <p:spPr>
          <a:xfrm>
            <a:off x="11431191" y="1712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79E79597-0238-7808-36F9-728F097B8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9784" y="1861577"/>
            <a:ext cx="238125" cy="2976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6">
                <a:extLst>
                  <a:ext uri="{FF2B5EF4-FFF2-40B4-BE49-F238E27FC236}">
                    <a16:creationId xmlns:a16="http://schemas.microsoft.com/office/drawing/2014/main" id="{F83F05D1-01CC-6165-D75B-8BBBA1CEC5D0}"/>
                  </a:ext>
                </a:extLst>
              </p:cNvPr>
              <p:cNvSpPr/>
              <p:nvPr/>
            </p:nvSpPr>
            <p:spPr>
              <a:xfrm>
                <a:off x="9842421" y="2506539"/>
                <a:ext cx="2480905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400"/>
                  </a:lnSpc>
                  <a:buNone/>
                </a:pPr>
                <a:r>
                  <a:rPr lang="en-US" sz="1950" dirty="0">
                    <a:solidFill>
                      <a:srgbClr val="CFD0D8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Vetor Normal </a:t>
                </a:r>
                <a14:m>
                  <m:oMath xmlns:m="http://schemas.openxmlformats.org/officeDocument/2006/math">
                    <m:r>
                      <a:rPr lang="pt-BR" sz="1950" b="0" i="0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 Medium" pitchFamily="34" charset="-122"/>
                        <a:cs typeface="Roboto Medium" pitchFamily="34" charset="-120"/>
                      </a:rPr>
                      <m:t>(</m:t>
                    </m:r>
                    <m:sSup>
                      <m:sSupPr>
                        <m:ctrlPr>
                          <a:rPr lang="pt-BR" sz="19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</m:ctrlPr>
                      </m:sSupPr>
                      <m:e>
                        <m:r>
                          <a:rPr lang="pt-BR" sz="19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𝑛</m:t>
                        </m:r>
                      </m:e>
                      <m:sup>
                        <m:r>
                          <a:rPr lang="pt-BR" sz="19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𝜇</m:t>
                        </m:r>
                      </m:sup>
                    </m:sSup>
                    <m:r>
                      <a:rPr lang="pt-BR" sz="19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 Medium" pitchFamily="34" charset="-122"/>
                        <a:cs typeface="Roboto Medium" pitchFamily="34" charset="-120"/>
                      </a:rPr>
                      <m:t>)</m:t>
                    </m:r>
                  </m:oMath>
                </a14:m>
                <a:endParaRPr lang="en-US" sz="1950" dirty="0"/>
              </a:p>
            </p:txBody>
          </p:sp>
        </mc:Choice>
        <mc:Fallback>
          <p:sp>
            <p:nvSpPr>
              <p:cNvPr id="21" name="Text 16">
                <a:extLst>
                  <a:ext uri="{FF2B5EF4-FFF2-40B4-BE49-F238E27FC236}">
                    <a16:creationId xmlns:a16="http://schemas.microsoft.com/office/drawing/2014/main" id="{F83F05D1-01CC-6165-D75B-8BBBA1CEC5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421" y="2506539"/>
                <a:ext cx="2480905" cy="310158"/>
              </a:xfrm>
              <a:prstGeom prst="rect">
                <a:avLst/>
              </a:prstGeom>
              <a:blipFill>
                <a:blip r:embed="rId7"/>
                <a:stretch>
                  <a:fillRect l="-6143" t="-27451" b="-4313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EB883F7B-E81A-2864-667A-734F11240EB4}"/>
                  </a:ext>
                </a:extLst>
              </p:cNvPr>
              <p:cNvSpPr/>
              <p:nvPr/>
            </p:nvSpPr>
            <p:spPr>
              <a:xfrm>
                <a:off x="9842421" y="2935759"/>
                <a:ext cx="3772853" cy="38664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00"/>
                  </a:lnSpc>
                  <a:buNone/>
                </a:pP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É o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vetor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unitário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do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tipo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tempo, orthogonal à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cada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hipersuperfície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, define o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fluxo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temporal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na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direção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que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os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observadores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Eulerianos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se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movem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. É dado pela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seguinte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formula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matemática</a:t>
                </a:r>
                <a:endParaRPr lang="en-US" sz="155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 marL="0" indent="0" algn="l">
                  <a:lnSpc>
                    <a:spcPts val="2500"/>
                  </a:lnSpc>
                  <a:buNone/>
                </a:pPr>
                <a:endParaRPr lang="en-US" sz="155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</m:ctrlPr>
                        </m:sSupPr>
                        <m:e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𝑛</m:t>
                          </m:r>
                        </m:e>
                        <m:sup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𝜇</m:t>
                          </m:r>
                        </m:sup>
                      </m:sSup>
                      <m:r>
                        <a:rPr lang="pt-BR" sz="1600" b="0" i="1" smtClean="0">
                          <a:solidFill>
                            <a:srgbClr val="CFD0D8"/>
                          </a:solidFill>
                          <a:latin typeface="Cambria Math" panose="02040503050406030204" pitchFamily="18" charset="0"/>
                          <a:ea typeface="Roboto Medium" pitchFamily="34" charset="-122"/>
                          <a:cs typeface="Roboto Medium" pitchFamily="34" charset="-120"/>
                        </a:rPr>
                        <m:t>=</m:t>
                      </m:r>
                      <m:d>
                        <m:dPr>
                          <m:ctrlP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  <m:t>𝛼</m:t>
                              </m:r>
                            </m:den>
                          </m:f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, −</m:t>
                          </m:r>
                          <m:f>
                            <m:fPr>
                              <m:ctrlP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  <m:t>𝛼</m:t>
                              </m:r>
                            </m:den>
                          </m:f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,0,0</m:t>
                          </m:r>
                        </m:e>
                      </m:d>
                    </m:oMath>
                  </m:oMathPara>
                </a14:m>
                <a:endParaRPr lang="en-US" sz="155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500"/>
                  </a:lnSpc>
                </a:pPr>
                <a:endParaRPr lang="en-US" sz="155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500"/>
                  </a:lnSpc>
                </a:pP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Satisfaz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a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condição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:</a:t>
                </a:r>
              </a:p>
              <a:p>
                <a:pPr>
                  <a:lnSpc>
                    <a:spcPts val="2500"/>
                  </a:lnSpc>
                </a:pPr>
                <a:endParaRPr lang="en-US" sz="155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500"/>
                  </a:lnSpc>
                </a:pP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</m:ctrlPr>
                      </m:sSupPr>
                      <m:e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𝑛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𝜇</m:t>
                        </m:r>
                      </m:sup>
                    </m:sSup>
                    <m:sSub>
                      <m:sSubPr>
                        <m:ctrlP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𝑛</m:t>
                        </m:r>
                      </m:e>
                      <m:sub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𝜇</m:t>
                        </m:r>
                      </m:sub>
                    </m:sSub>
                    <m:r>
                      <a:rPr lang="pt-BR" sz="160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 Medium" pitchFamily="34" charset="-122"/>
                        <a:cs typeface="Roboto Medium" pitchFamily="34" charset="-120"/>
                      </a:rPr>
                      <m:t>=−1</m:t>
                    </m:r>
                  </m:oMath>
                </a14:m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,.</a:t>
                </a:r>
                <a:endParaRPr lang="en-US" sz="1550" dirty="0"/>
              </a:p>
              <a:p>
                <a:pPr marL="0" indent="0" algn="l">
                  <a:lnSpc>
                    <a:spcPts val="2500"/>
                  </a:lnSpc>
                  <a:buNone/>
                </a:pPr>
                <a:endParaRPr lang="en-US" sz="1550" dirty="0"/>
              </a:p>
            </p:txBody>
          </p:sp>
        </mc:Choice>
        <mc:Fallback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EB883F7B-E81A-2864-667A-734F11240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421" y="2935759"/>
                <a:ext cx="3772853" cy="3866484"/>
              </a:xfrm>
              <a:prstGeom prst="rect">
                <a:avLst/>
              </a:prstGeom>
              <a:blipFill>
                <a:blip r:embed="rId8"/>
                <a:stretch>
                  <a:fillRect l="-3236" t="-158" r="-3398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0">
            <a:extLst>
              <a:ext uri="{FF2B5EF4-FFF2-40B4-BE49-F238E27FC236}">
                <a16:creationId xmlns:a16="http://schemas.microsoft.com/office/drawing/2014/main" id="{63A14EE2-0253-6153-93AF-768A98097F61}"/>
              </a:ext>
            </a:extLst>
          </p:cNvPr>
          <p:cNvSpPr/>
          <p:nvPr/>
        </p:nvSpPr>
        <p:spPr>
          <a:xfrm>
            <a:off x="314288" y="221355"/>
            <a:ext cx="14070785" cy="72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9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Formalismo</a:t>
            </a: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ADM: </a:t>
            </a:r>
            <a:r>
              <a:rPr lang="en-US" sz="39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Características</a:t>
            </a: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e </a:t>
            </a:r>
            <a:r>
              <a:rPr lang="en-US" sz="39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Propriedades</a:t>
            </a: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1241393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7000"/>
    </mc:Choice>
    <mc:Fallback>
      <p:transition spd="slow" advClick="0" advTm="27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0554"/>
            <a:ext cx="115516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Descrição</a:t>
            </a: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39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Matemática</a:t>
            </a: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do Warp Drive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47474"/>
            <a:ext cx="13042821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89" y="3135650"/>
            <a:ext cx="49602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Parâmetros</a:t>
            </a: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da </a:t>
            </a:r>
            <a:r>
              <a:rPr lang="en-US" sz="23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métrica</a:t>
            </a: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de warp drive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370607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Função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lapso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igual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à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unidade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α = 1</a:t>
            </a:r>
            <a:endParaRPr lang="en-US" sz="15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4"/>
              <p:cNvSpPr/>
              <p:nvPr/>
            </p:nvSpPr>
            <p:spPr>
              <a:xfrm>
                <a:off x="793790" y="4093031"/>
                <a:ext cx="6279356" cy="3175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>
                  <a:lnSpc>
                    <a:spcPts val="2500"/>
                  </a:lnSpc>
                  <a:buSzPct val="100000"/>
                  <a:buChar char="•"/>
                </a:pP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Vetor de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desvio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sSup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𝛽</m:t>
                        </m:r>
                      </m:e>
                      <m:sup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𝑖</m:t>
                        </m:r>
                      </m:sup>
                    </m:sSup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=(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𝛽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,0,0)</m:t>
                    </m:r>
                  </m:oMath>
                </a14:m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where </a:t>
                </a:r>
                <a14:m>
                  <m:oMath xmlns:m="http://schemas.openxmlformats.org/officeDocument/2006/math"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𝛽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=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𝑣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_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𝑠</m:t>
                    </m:r>
                    <m:d>
                      <m:d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d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𝑡</m:t>
                        </m:r>
                      </m:e>
                    </m:d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𝑓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[</m:t>
                    </m:r>
                    <m:sSub>
                      <m:sSub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sSub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𝑟</m:t>
                        </m:r>
                      </m:e>
                      <m:sub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𝑠</m:t>
                        </m:r>
                        <m:d>
                          <m:dPr>
                            <m:ctrlPr>
                              <a:rPr lang="pt-BR" sz="1550" b="0" i="1" smtClean="0">
                                <a:solidFill>
                                  <a:srgbClr val="CFD0D8"/>
                                </a:solidFill>
                                <a:latin typeface="Cambria Math" panose="02040503050406030204" pitchFamily="18" charset="0"/>
                                <a:ea typeface="Roboto" pitchFamily="34" charset="-122"/>
                                <a:cs typeface="Roboto" pitchFamily="34" charset="-120"/>
                              </a:rPr>
                            </m:ctrlPr>
                          </m:dPr>
                          <m:e>
                            <m:r>
                              <a:rPr lang="pt-BR" sz="1550" b="0" i="1" smtClean="0">
                                <a:solidFill>
                                  <a:srgbClr val="CFD0D8"/>
                                </a:solidFill>
                                <a:latin typeface="Cambria Math" panose="02040503050406030204" pitchFamily="18" charset="0"/>
                                <a:ea typeface="Roboto" pitchFamily="34" charset="-122"/>
                                <a:cs typeface="Roboto" pitchFamily="34" charset="-12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]</m:t>
                    </m:r>
                  </m:oMath>
                </a14:m>
                <a:endParaRPr lang="en-US" sz="1550" dirty="0"/>
              </a:p>
            </p:txBody>
          </p:sp>
        </mc:Choice>
        <mc:Fallback>
          <p:sp>
            <p:nvSpPr>
              <p:cNvPr id="7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0" y="4093031"/>
                <a:ext cx="6279356" cy="317540"/>
              </a:xfrm>
              <a:prstGeom prst="rect">
                <a:avLst/>
              </a:prstGeom>
              <a:blipFill>
                <a:blip r:embed="rId3"/>
                <a:stretch>
                  <a:fillRect l="-1845" t="-1887" b="-26415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/>
              <p:nvPr/>
            </p:nvSpPr>
            <p:spPr>
              <a:xfrm>
                <a:off x="793790" y="4479985"/>
                <a:ext cx="6279356" cy="3175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>
                  <a:lnSpc>
                    <a:spcPts val="2500"/>
                  </a:lnSpc>
                  <a:buSzPct val="100000"/>
                  <a:buChar char="•"/>
                </a:pP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Hipersuperfícies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são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550" dirty="0" err="1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planas</a:t>
                </a: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sSub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𝛾</m:t>
                        </m:r>
                      </m:e>
                      <m:sub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𝑖𝑗</m:t>
                        </m:r>
                      </m:sub>
                    </m:sSub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=</m:t>
                    </m:r>
                    <m:sSub>
                      <m:sSub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sSub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𝛿</m:t>
                        </m:r>
                      </m:e>
                      <m:sub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𝑖𝑗</m:t>
                        </m:r>
                      </m:sub>
                    </m:sSub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 </m:t>
                    </m:r>
                  </m:oMath>
                </a14:m>
                <a:endParaRPr lang="en-US" sz="1550" dirty="0"/>
              </a:p>
            </p:txBody>
          </p:sp>
        </mc:Choice>
        <mc:Fallback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0" y="4479985"/>
                <a:ext cx="6279356" cy="317540"/>
              </a:xfrm>
              <a:prstGeom prst="rect">
                <a:avLst/>
              </a:prstGeom>
              <a:blipFill>
                <a:blip r:embed="rId4"/>
                <a:stretch>
                  <a:fillRect l="-1845" t="-3846" b="-250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6"/>
          <p:cNvSpPr/>
          <p:nvPr/>
        </p:nvSpPr>
        <p:spPr>
          <a:xfrm>
            <a:off x="793790" y="486693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v_s(t):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velocidade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bolha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dobra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525389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f(r_s):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função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reguladora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 forma da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bolha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dobra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31356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Implicações</a:t>
            </a: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físicas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564874" y="369312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Geodésicas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bolha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dobra se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encontram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espaçotempo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plano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64874" y="408008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métrica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mantém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Lorentziana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(-+++)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64874" y="44670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Curvatura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espaçotempo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concentra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paredes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bolha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dobra</a:t>
            </a:r>
            <a:endParaRPr lang="en-US" sz="15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ABB0646-2B3B-3E31-8FBD-BEEB3070BAEA}"/>
                  </a:ext>
                </a:extLst>
              </p:cNvPr>
              <p:cNvSpPr txBox="1"/>
              <p:nvPr/>
            </p:nvSpPr>
            <p:spPr>
              <a:xfrm>
                <a:off x="3148155" y="1794325"/>
                <a:ext cx="9866996" cy="7419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pt-BR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3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sz="3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</m:e>
                        <m:sup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ABB0646-2B3B-3E31-8FBD-BEEB3070B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155" y="1794325"/>
                <a:ext cx="9866996" cy="7419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0"/>
    </mc:Choice>
    <mc:Fallback>
      <p:transition spd="slow" advClick="0" advTm="2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5687"/>
            <a:ext cx="114496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Causality and Hyperbolicity in Alcubierre Spacetime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02600"/>
            <a:ext cx="4215289" cy="4333820"/>
          </a:xfrm>
          <a:prstGeom prst="roundRect">
            <a:avLst>
              <a:gd name="adj" fmla="val 285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0930" y="2702600"/>
            <a:ext cx="91440" cy="433382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83588" y="2923818"/>
            <a:ext cx="35776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Globalmente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Hiperbólico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921466"/>
            <a:ext cx="3704273" cy="296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espaçotempo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Alcubierre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mantém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hiperbolicidade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global,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propriedade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crucial para definer um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Cauchy com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condições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iniciais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definidas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evolução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espaçotempo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pode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ser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unicamente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determinada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702600"/>
            <a:ext cx="4215408" cy="4333820"/>
          </a:xfrm>
          <a:prstGeom prst="roundRect">
            <a:avLst>
              <a:gd name="adj" fmla="val 285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184577" y="2702600"/>
            <a:ext cx="91440" cy="433382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97235" y="2923818"/>
            <a:ext cx="35360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Vetor de </a:t>
            </a: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desvio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e </a:t>
            </a: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função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lapso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3921466"/>
            <a:ext cx="3704392" cy="296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função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lapso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definida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igual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à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unidade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(α = 1), 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enqanto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vetor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desvio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βᵢ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induz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um boost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direção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movimento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bolha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dobra.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configuração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um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efeito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dobra no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espaçotempo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criar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patologias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geométricas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curvas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fechadas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tempo.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2702600"/>
            <a:ext cx="4215289" cy="4333820"/>
          </a:xfrm>
          <a:prstGeom prst="roundRect">
            <a:avLst>
              <a:gd name="adj" fmla="val 285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598343" y="2702600"/>
            <a:ext cx="91440" cy="433382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911001" y="2923818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Ausência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de Curvas </a:t>
            </a: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fechadas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do </a:t>
            </a:r>
            <a:r>
              <a:rPr lang="en-US" sz="195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tipo</a:t>
            </a: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tempo (CTC)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11001" y="3921466"/>
            <a:ext cx="3704273" cy="290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Curvas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fechadas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tempo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patologias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topológicas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espaçostempo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permitindo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exemplo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viagens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tempo,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passado, 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violando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princípios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causalidade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Apesar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criar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um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mecanismo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propulsão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superluminal, o warp drive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viagens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ao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passado.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8000"/>
    </mc:Choice>
    <mc:Fallback>
      <p:transition spd="slow" advClick="0" advTm="28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8794E-19BF-3950-0890-629C8CFE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61EB0C-011A-8B02-C000-DEBDD0BDE993}"/>
              </a:ext>
            </a:extLst>
          </p:cNvPr>
          <p:cNvSpPr/>
          <p:nvPr/>
        </p:nvSpPr>
        <p:spPr>
          <a:xfrm>
            <a:off x="793790" y="620554"/>
            <a:ext cx="115516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Densidade</a:t>
            </a: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de Energia </a:t>
            </a:r>
            <a:r>
              <a:rPr lang="en-US" sz="39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Negativa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09F63EB-3E29-43F7-E0AA-5174DE5A5C10}"/>
                  </a:ext>
                </a:extLst>
              </p:cNvPr>
              <p:cNvSpPr txBox="1"/>
              <p:nvPr/>
            </p:nvSpPr>
            <p:spPr>
              <a:xfrm>
                <a:off x="3928740" y="1794325"/>
                <a:ext cx="5711179" cy="145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𝜕𝛽</m:t>
                                      </m:r>
                                    </m:num>
                                    <m:den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t-BR" sz="3600" dirty="0">
                              <a:solidFill>
                                <a:schemeClr val="bg1"/>
                              </a:solidFill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pt-BR" sz="3600" b="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sSup>
                            <m:sSupPr>
                              <m:ctrlP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𝜕𝛽</m:t>
                                      </m:r>
                                    </m:num>
                                    <m:den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09F63EB-3E29-43F7-E0AA-5174DE5A5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740" y="1794325"/>
                <a:ext cx="5711179" cy="1450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2">
            <a:extLst>
              <a:ext uri="{FF2B5EF4-FFF2-40B4-BE49-F238E27FC236}">
                <a16:creationId xmlns:a16="http://schemas.microsoft.com/office/drawing/2014/main" id="{2D2897AC-8911-5CC7-8D29-C1D2B5D6187B}"/>
              </a:ext>
            </a:extLst>
          </p:cNvPr>
          <p:cNvSpPr/>
          <p:nvPr/>
        </p:nvSpPr>
        <p:spPr>
          <a:xfrm>
            <a:off x="314287" y="4014438"/>
            <a:ext cx="13914669" cy="395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Viola as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condições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energia</a:t>
            </a: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Condição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fraca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energia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é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violada</a:t>
            </a: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Condição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dominante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energia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é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violada</a:t>
            </a: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Necessidade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matéria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exotica para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criar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a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bolha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dobra</a:t>
            </a: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Necessidade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grandes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quantidades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energia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negative para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manter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o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mecanismo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de </a:t>
            </a:r>
            <a:r>
              <a:rPr lang="en-US" sz="32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propulsão</a:t>
            </a: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 superluminal.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270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6000"/>
    </mc:Choice>
    <mc:Fallback>
      <p:transition spd="slow" advClick="0" advTm="26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731</Words>
  <Application>Microsoft Office PowerPoint</Application>
  <PresentationFormat>Personalizar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Cambria Math</vt:lpstr>
      <vt:lpstr>Source Sans Pro</vt:lpstr>
      <vt:lpstr>Arial</vt:lpstr>
      <vt:lpstr>Roboto Medium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2</cp:revision>
  <dcterms:created xsi:type="dcterms:W3CDTF">2025-07-24T17:48:58Z</dcterms:created>
  <dcterms:modified xsi:type="dcterms:W3CDTF">2025-07-27T04:56:27Z</dcterms:modified>
</cp:coreProperties>
</file>