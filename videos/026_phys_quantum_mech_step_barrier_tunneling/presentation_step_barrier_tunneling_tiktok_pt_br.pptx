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6858000" cy="12188825"/>
  <p:notesSz cx="8229600" cy="14630400"/>
  <p:embeddedFontLst>
    <p:embeddedFont>
      <p:font typeface="Cambria Math" panose="02040503050406030204" pitchFamily="18" charset="0"/>
      <p:regular r:id="rId11"/>
    </p:embeddedFont>
    <p:embeddedFont>
      <p:font typeface="Lora" pitchFamily="2" charset="0"/>
      <p:regular r:id="rId12"/>
      <p:bold r:id="rId13"/>
      <p:italic r:id="rId14"/>
      <p:boldItalic r:id="rId15"/>
    </p:embeddedFont>
    <p:embeddedFont>
      <p:font typeface="Source Sans Pro" panose="020B0503030403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D14318-1913-45F0-9329-213AE27F8FE5}" v="265" dt="2025-07-20T15:54:43.971"/>
    <p1510:client id="{FF50A428-8404-43B7-91A5-32EC1E87C1D5}" v="5093" dt="2025-07-20T00:28:55.4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355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00:28:55.465" v="8895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  <pc:spChg chg="mod">
          <ac:chgData name="Osvaldo Luiz Santos Pereira" userId="c308351cf5a860c7" providerId="LiveId" clId="{FF50A428-8404-43B7-91A5-32EC1E87C1D5}" dt="2025-07-19T22:42:42.912" v="1216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15:11.818" v="1012" actId="2711"/>
          <ac:spMkLst>
            <pc:docMk/>
            <pc:sldMk cId="0" sldId="256"/>
            <ac:spMk id="4" creationId="{00000000-0000-0000-0000-000000000000}"/>
          </ac:spMkLst>
        </pc:spChg>
        <pc:picChg chg="add del mod">
          <ac:chgData name="Osvaldo Luiz Santos Pereira" userId="c308351cf5a860c7" providerId="LiveId" clId="{FF50A428-8404-43B7-91A5-32EC1E87C1D5}" dt="2025-07-20T00:00:07.347" v="8621"/>
          <ac:picMkLst>
            <pc:docMk/>
            <pc:sldMk cId="0" sldId="256"/>
            <ac:picMk id="7" creationId="{E08822C0-C9D2-C005-C9B6-B709CA97F3E6}"/>
          </ac:picMkLst>
        </pc:picChg>
        <pc:picChg chg="add del mod">
          <ac:chgData name="Osvaldo Luiz Santos Pereira" userId="c308351cf5a860c7" providerId="LiveId" clId="{FF50A428-8404-43B7-91A5-32EC1E87C1D5}" dt="2025-07-20T00:05:33.527" v="8625"/>
          <ac:picMkLst>
            <pc:docMk/>
            <pc:sldMk cId="0" sldId="256"/>
            <ac:picMk id="12" creationId="{05E1DD3D-AE8E-F2C6-759A-64461B10E9F2}"/>
          </ac:picMkLst>
        </pc:picChg>
        <pc:picChg chg="add del mod">
          <ac:chgData name="Osvaldo Luiz Santos Pereira" userId="c308351cf5a860c7" providerId="LiveId" clId="{FF50A428-8404-43B7-91A5-32EC1E87C1D5}" dt="2025-07-20T00:14:49.058" v="8631"/>
          <ac:picMkLst>
            <pc:docMk/>
            <pc:sldMk cId="0" sldId="256"/>
            <ac:picMk id="16" creationId="{804423E3-BE9C-2701-314A-827078D390CA}"/>
          </ac:picMkLst>
        </pc:picChg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  <pc:spChg chg="mod">
          <ac:chgData name="Osvaldo Luiz Santos Pereira" userId="c308351cf5a860c7" providerId="LiveId" clId="{FF50A428-8404-43B7-91A5-32EC1E87C1D5}" dt="2025-07-19T22:42:59.783" v="126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1:11.521" v="1037" actId="6549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Osvaldo Luiz Santos Pereira" userId="c308351cf5a860c7" providerId="LiveId" clId="{FF50A428-8404-43B7-91A5-32EC1E87C1D5}" dt="2025-07-19T22:41:14.016" v="1038" actId="478"/>
          <ac:spMkLst>
            <pc:docMk/>
            <pc:sldMk cId="0" sldId="257"/>
            <ac:spMk id="7" creationId="{00000000-0000-0000-0000-000000000000}"/>
          </ac:spMkLst>
        </pc:spChg>
        <pc:picChg chg="add del mod">
          <ac:chgData name="Osvaldo Luiz Santos Pereira" userId="c308351cf5a860c7" providerId="LiveId" clId="{FF50A428-8404-43B7-91A5-32EC1E87C1D5}" dt="2025-07-20T00:07:57.203" v="8627"/>
          <ac:picMkLst>
            <pc:docMk/>
            <pc:sldMk cId="0" sldId="257"/>
            <ac:picMk id="15" creationId="{AEE71D70-5279-44DF-EB42-1EE72E2EE124}"/>
          </ac:picMkLst>
        </pc:picChg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  <pc:spChg chg="mod">
          <ac:chgData name="Osvaldo Luiz Santos Pereira" userId="c308351cf5a860c7" providerId="LiveId" clId="{FF50A428-8404-43B7-91A5-32EC1E87C1D5}" dt="2025-07-19T22:43:40.042" v="1305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3:57.996" v="1363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45:58.836" v="181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2:52:09.598" v="2937" actId="14100"/>
          <ac:spMkLst>
            <pc:docMk/>
            <pc:sldMk cId="0" sldId="258"/>
            <ac:spMk id="8" creationId="{00000000-0000-0000-0000-000000000000}"/>
          </ac:spMkLst>
        </pc:spChg>
        <pc:spChg chg="add mod">
          <ac:chgData name="Osvaldo Luiz Santos Pereira" userId="c308351cf5a860c7" providerId="LiveId" clId="{FF50A428-8404-43B7-91A5-32EC1E87C1D5}" dt="2025-07-19T22:47:27.235" v="2132" actId="20577"/>
          <ac:spMkLst>
            <pc:docMk/>
            <pc:sldMk cId="0" sldId="258"/>
            <ac:spMk id="15" creationId="{76A0974B-8DD0-57FF-1F16-C8E0ED6DAC57}"/>
          </ac:spMkLst>
        </pc:spChg>
        <pc:spChg chg="add mod">
          <ac:chgData name="Osvaldo Luiz Santos Pereira" userId="c308351cf5a860c7" providerId="LiveId" clId="{FF50A428-8404-43B7-91A5-32EC1E87C1D5}" dt="2025-07-19T22:49:49.483" v="2630" actId="6549"/>
          <ac:spMkLst>
            <pc:docMk/>
            <pc:sldMk cId="0" sldId="258"/>
            <ac:spMk id="19" creationId="{47A8E4C8-9909-1CC8-95B1-9FB016716761}"/>
          </ac:spMkLst>
        </pc:spChg>
        <pc:picChg chg="add del mod">
          <ac:chgData name="Osvaldo Luiz Santos Pereira" userId="c308351cf5a860c7" providerId="LiveId" clId="{FF50A428-8404-43B7-91A5-32EC1E87C1D5}" dt="2025-07-20T00:11:33.219" v="8629"/>
          <ac:picMkLst>
            <pc:docMk/>
            <pc:sldMk cId="0" sldId="258"/>
            <ac:picMk id="11" creationId="{C5F6330A-142E-0F52-BD2F-2DA76AB9B7EE}"/>
          </ac:picMkLst>
        </pc:picChg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  <pc:spChg chg="mod">
          <ac:chgData name="Osvaldo Luiz Santos Pereira" userId="c308351cf5a860c7" providerId="LiveId" clId="{FF50A428-8404-43B7-91A5-32EC1E87C1D5}" dt="2025-07-19T23:15:17.909" v="5399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29.052" v="5426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8:08.164" v="5828" actId="6549"/>
          <ac:spMkLst>
            <pc:docMk/>
            <pc:sldMk cId="0" sldId="259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37.463" v="5453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0:53.626" v="6161" actId="6549"/>
          <ac:spMkLst>
            <pc:docMk/>
            <pc:sldMk cId="0" sldId="259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15:52.968" v="5488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1:59.686" v="6388" actId="6549"/>
          <ac:spMkLst>
            <pc:docMk/>
            <pc:sldMk cId="0" sldId="259"/>
            <ac:spMk id="1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3:37.851" v="6841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  <pc:spChg chg="mod">
          <ac:chgData name="Osvaldo Luiz Santos Pereira" userId="c308351cf5a860c7" providerId="LiveId" clId="{FF50A428-8404-43B7-91A5-32EC1E87C1D5}" dt="2025-07-19T23:24:49.925" v="7074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4:25.248" v="6986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55.739" v="7716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9.331" v="7714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4.158" v="7713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1.122" v="7712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4:30.350" v="7003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9:00.773" v="7717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9.331" v="7714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4.158" v="7713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28:41.122" v="7712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1:33.724" v="8233" actId="14100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 modTransition">
        <pc:chgData name="Osvaldo Luiz Santos Pereira" userId="c308351cf5a860c7" providerId="LiveId" clId="{FF50A428-8404-43B7-91A5-32EC1E87C1D5}" dt="2025-07-20T00:28:55.465" v="8895"/>
        <pc:sldMkLst>
          <pc:docMk/>
          <pc:sldMk cId="0" sldId="261"/>
        </pc:sldMkLst>
        <pc:spChg chg="mod">
          <ac:chgData name="Osvaldo Luiz Santos Pereira" userId="c308351cf5a860c7" providerId="LiveId" clId="{FF50A428-8404-43B7-91A5-32EC1E87C1D5}" dt="2025-07-19T23:31:49.566" v="8289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4:20.679" v="858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9:06.065" v="8593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2:52.664" v="8378" actId="20577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Osvaldo Luiz Santos Pereira" userId="c308351cf5a860c7" providerId="LiveId" clId="{FF50A428-8404-43B7-91A5-32EC1E87C1D5}" dt="2025-07-19T23:39:42.837" v="8605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34:18.867" v="858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41:16.191" v="8611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Osvaldo Luiz Santos Pereira" userId="c308351cf5a860c7" providerId="LiveId" clId="{FF50A428-8404-43B7-91A5-32EC1E87C1D5}" dt="2025-07-19T23:46:28.465" v="8619" actId="14100"/>
          <ac:spMkLst>
            <pc:docMk/>
            <pc:sldMk cId="0" sldId="261"/>
            <ac:spMk id="12" creationId="{00000000-0000-0000-0000-000000000000}"/>
          </ac:spMkLst>
        </pc:spChg>
        <pc:spChg chg="add">
          <ac:chgData name="Osvaldo Luiz Santos Pereira" userId="c308351cf5a860c7" providerId="LiveId" clId="{FF50A428-8404-43B7-91A5-32EC1E87C1D5}" dt="2025-07-19T23:38:44.005" v="8591"/>
          <ac:spMkLst>
            <pc:docMk/>
            <pc:sldMk cId="0" sldId="261"/>
            <ac:spMk id="13" creationId="{A45C25FB-05A4-3B70-43AC-3D3E7A3658FE}"/>
          </ac:spMkLst>
        </pc:spChg>
        <pc:spChg chg="add">
          <ac:chgData name="Osvaldo Luiz Santos Pereira" userId="c308351cf5a860c7" providerId="LiveId" clId="{FF50A428-8404-43B7-91A5-32EC1E87C1D5}" dt="2025-07-19T23:39:12.036" v="8596"/>
          <ac:spMkLst>
            <pc:docMk/>
            <pc:sldMk cId="0" sldId="261"/>
            <ac:spMk id="14" creationId="{419E4D50-386B-C8B3-10F3-050BD4E8B059}"/>
          </ac:spMkLst>
        </pc:spChg>
        <pc:spChg chg="add">
          <ac:chgData name="Osvaldo Luiz Santos Pereira" userId="c308351cf5a860c7" providerId="LiveId" clId="{FF50A428-8404-43B7-91A5-32EC1E87C1D5}" dt="2025-07-19T23:39:18.101" v="8599"/>
          <ac:spMkLst>
            <pc:docMk/>
            <pc:sldMk cId="0" sldId="261"/>
            <ac:spMk id="15" creationId="{A3261BB5-EEDC-18AD-9AFE-47F3C0362328}"/>
          </ac:spMkLst>
        </pc:spChg>
        <pc:spChg chg="add mod">
          <ac:chgData name="Osvaldo Luiz Santos Pereira" userId="c308351cf5a860c7" providerId="LiveId" clId="{FF50A428-8404-43B7-91A5-32EC1E87C1D5}" dt="2025-07-19T23:39:51.795" v="8608" actId="14100"/>
          <ac:spMkLst>
            <pc:docMk/>
            <pc:sldMk cId="0" sldId="261"/>
            <ac:spMk id="16" creationId="{C8481D0E-DE2A-41A1-1C73-6C36A19F19E4}"/>
          </ac:spMkLst>
        </pc:spChg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  <pc:spChg chg="add mod">
          <ac:chgData name="Osvaldo Luiz Santos Pereira" userId="c308351cf5a860c7" providerId="LiveId" clId="{FF50A428-8404-43B7-91A5-32EC1E87C1D5}" dt="2025-07-19T22:52:33.997" v="2973" actId="20577"/>
          <ac:spMkLst>
            <pc:docMk/>
            <pc:sldMk cId="770525427" sldId="262"/>
            <ac:spMk id="3" creationId="{492AE720-29EF-96A2-35CC-D67FC69B95ED}"/>
          </ac:spMkLst>
        </pc:spChg>
        <pc:spChg chg="add mod">
          <ac:chgData name="Osvaldo Luiz Santos Pereira" userId="c308351cf5a860c7" providerId="LiveId" clId="{FF50A428-8404-43B7-91A5-32EC1E87C1D5}" dt="2025-07-19T23:17:36.595" v="5822" actId="20577"/>
          <ac:spMkLst>
            <pc:docMk/>
            <pc:sldMk cId="770525427" sldId="262"/>
            <ac:spMk id="4" creationId="{FEF33A7D-A42B-081E-FB1F-9B123D9B2A0E}"/>
          </ac:spMkLst>
        </pc:spChg>
        <pc:spChg chg="add mod">
          <ac:chgData name="Osvaldo Luiz Santos Pereira" userId="c308351cf5a860c7" providerId="LiveId" clId="{FF50A428-8404-43B7-91A5-32EC1E87C1D5}" dt="2025-07-19T23:17:39.969" v="5823" actId="1076"/>
          <ac:spMkLst>
            <pc:docMk/>
            <pc:sldMk cId="770525427" sldId="262"/>
            <ac:spMk id="8" creationId="{A7003CBE-846F-7934-4A7B-49D55D4BA5EC}"/>
          </ac:spMkLst>
        </pc:spChg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  <pc:spChg chg="add mod">
          <ac:chgData name="Osvaldo Luiz Santos Pereira" userId="c308351cf5a860c7" providerId="LiveId" clId="{FF50A428-8404-43B7-91A5-32EC1E87C1D5}" dt="2025-07-19T22:58:53.117" v="3863" actId="14100"/>
          <ac:spMkLst>
            <pc:docMk/>
            <pc:sldMk cId="35454892" sldId="263"/>
            <ac:spMk id="2" creationId="{AE6E1C4A-91CB-9D62-5EF8-B28CEED0DE5F}"/>
          </ac:spMkLst>
        </pc:spChg>
        <pc:spChg chg="add mod">
          <ac:chgData name="Osvaldo Luiz Santos Pereira" userId="c308351cf5a860c7" providerId="LiveId" clId="{FF50A428-8404-43B7-91A5-32EC1E87C1D5}" dt="2025-07-19T22:59:22.717" v="3977" actId="14100"/>
          <ac:spMkLst>
            <pc:docMk/>
            <pc:sldMk cId="35454892" sldId="263"/>
            <ac:spMk id="3" creationId="{15F32F4D-3FA1-6FC5-106C-F756842D2274}"/>
          </ac:spMkLst>
        </pc:spChg>
        <pc:spChg chg="add mod">
          <ac:chgData name="Osvaldo Luiz Santos Pereira" userId="c308351cf5a860c7" providerId="LiveId" clId="{FF50A428-8404-43B7-91A5-32EC1E87C1D5}" dt="2025-07-19T22:59:25.483" v="3982" actId="20577"/>
          <ac:spMkLst>
            <pc:docMk/>
            <pc:sldMk cId="35454892" sldId="263"/>
            <ac:spMk id="8" creationId="{6760B267-0754-FA6A-B15E-6F9BA4BDCDCA}"/>
          </ac:spMkLst>
        </pc:spChg>
        <pc:spChg chg="add mod">
          <ac:chgData name="Osvaldo Luiz Santos Pereira" userId="c308351cf5a860c7" providerId="LiveId" clId="{FF50A428-8404-43B7-91A5-32EC1E87C1D5}" dt="2025-07-19T23:01:20.350" v="4404" actId="6549"/>
          <ac:spMkLst>
            <pc:docMk/>
            <pc:sldMk cId="35454892" sldId="263"/>
            <ac:spMk id="9" creationId="{43636333-28EE-9B4B-1ABC-479CF75D8693}"/>
          </ac:spMkLst>
        </pc:spChg>
        <pc:spChg chg="add mod">
          <ac:chgData name="Osvaldo Luiz Santos Pereira" userId="c308351cf5a860c7" providerId="LiveId" clId="{FF50A428-8404-43B7-91A5-32EC1E87C1D5}" dt="2025-07-19T23:01:25.458" v="4409" actId="20577"/>
          <ac:spMkLst>
            <pc:docMk/>
            <pc:sldMk cId="35454892" sldId="263"/>
            <ac:spMk id="11" creationId="{7261AA3C-1BE4-2760-15C9-3F9A72F84D82}"/>
          </ac:spMkLst>
        </pc:spChg>
        <pc:spChg chg="add mod">
          <ac:chgData name="Osvaldo Luiz Santos Pereira" userId="c308351cf5a860c7" providerId="LiveId" clId="{FF50A428-8404-43B7-91A5-32EC1E87C1D5}" dt="2025-07-19T23:06:56.971" v="5364" actId="14100"/>
          <ac:spMkLst>
            <pc:docMk/>
            <pc:sldMk cId="35454892" sldId="263"/>
            <ac:spMk id="15" creationId="{2CA34688-D4A9-A4D7-D874-D90E5C646D2C}"/>
          </ac:spMkLst>
        </pc:spChg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4D14318-1913-45F0-9329-213AE27F8FE5}"/>
    <pc:docChg chg="undo redo custSel addSld delSld modSld">
      <pc:chgData name="Osvaldo Luiz Santos Pereira" userId="c308351cf5a860c7" providerId="LiveId" clId="{24D14318-1913-45F0-9329-213AE27F8FE5}" dt="2025-07-20T21:15:15.986" v="781" actId="478"/>
      <pc:docMkLst>
        <pc:docMk/>
      </pc:docMkLst>
      <pc:sldChg chg="addSp delSp modSp mod">
        <pc:chgData name="Osvaldo Luiz Santos Pereira" userId="c308351cf5a860c7" providerId="LiveId" clId="{24D14318-1913-45F0-9329-213AE27F8FE5}" dt="2025-07-20T20:52:01.370" v="740" actId="478"/>
        <pc:sldMkLst>
          <pc:docMk/>
          <pc:sldMk cId="0" sldId="256"/>
        </pc:sldMkLst>
        <pc:spChg chg="del">
          <ac:chgData name="Osvaldo Luiz Santos Pereira" userId="c308351cf5a860c7" providerId="LiveId" clId="{24D14318-1913-45F0-9329-213AE27F8FE5}" dt="2025-07-20T14:21:50.360" v="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Osvaldo Luiz Santos Pereira" userId="c308351cf5a860c7" providerId="LiveId" clId="{24D14318-1913-45F0-9329-213AE27F8FE5}" dt="2025-07-20T14:21:51.984" v="2" actId="478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Osvaldo Luiz Santos Pereira" userId="c308351cf5a860c7" providerId="LiveId" clId="{24D14318-1913-45F0-9329-213AE27F8FE5}" dt="2025-07-20T15:33:30.555" v="380" actId="1036"/>
          <ac:spMkLst>
            <pc:docMk/>
            <pc:sldMk cId="0" sldId="256"/>
            <ac:spMk id="6" creationId="{3B15B2AC-A140-BE4E-5F34-C846ECA01909}"/>
          </ac:spMkLst>
        </pc:spChg>
        <pc:spChg chg="add mod">
          <ac:chgData name="Osvaldo Luiz Santos Pereira" userId="c308351cf5a860c7" providerId="LiveId" clId="{24D14318-1913-45F0-9329-213AE27F8FE5}" dt="2025-07-20T15:34:09.754" v="393" actId="2710"/>
          <ac:spMkLst>
            <pc:docMk/>
            <pc:sldMk cId="0" sldId="256"/>
            <ac:spMk id="7" creationId="{8C28AB67-3559-4858-4226-927B1C846B8E}"/>
          </ac:spMkLst>
        </pc:spChg>
        <pc:picChg chg="del">
          <ac:chgData name="Osvaldo Luiz Santos Pereira" userId="c308351cf5a860c7" providerId="LiveId" clId="{24D14318-1913-45F0-9329-213AE27F8FE5}" dt="2025-07-20T14:21:48.296" v="0" actId="478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Osvaldo Luiz Santos Pereira" userId="c308351cf5a860c7" providerId="LiveId" clId="{24D14318-1913-45F0-9329-213AE27F8FE5}" dt="2025-07-20T20:46:15.241" v="726" actId="478"/>
          <ac:picMkLst>
            <pc:docMk/>
            <pc:sldMk cId="0" sldId="256"/>
            <ac:picMk id="3" creationId="{25682E86-E108-2B0D-745F-11A815091584}"/>
          </ac:picMkLst>
        </pc:picChg>
        <pc:picChg chg="add mod modCrop">
          <ac:chgData name="Osvaldo Luiz Santos Pereira" userId="c308351cf5a860c7" providerId="LiveId" clId="{24D14318-1913-45F0-9329-213AE27F8FE5}" dt="2025-07-20T15:33:40.162" v="381" actId="732"/>
          <ac:picMkLst>
            <pc:docMk/>
            <pc:sldMk cId="0" sldId="256"/>
            <ac:picMk id="5" creationId="{CDD7EFEE-691D-999F-4D70-EF7E758BD962}"/>
          </ac:picMkLst>
        </pc:picChg>
        <pc:picChg chg="add del mod">
          <ac:chgData name="Osvaldo Luiz Santos Pereira" userId="c308351cf5a860c7" providerId="LiveId" clId="{24D14318-1913-45F0-9329-213AE27F8FE5}" dt="2025-07-20T20:50:24.814" v="730" actId="478"/>
          <ac:picMkLst>
            <pc:docMk/>
            <pc:sldMk cId="0" sldId="256"/>
            <ac:picMk id="8" creationId="{6089B9EC-C28C-DC7A-3950-4275D4E61E13}"/>
          </ac:picMkLst>
        </pc:picChg>
        <pc:picChg chg="add del mod">
          <ac:chgData name="Osvaldo Luiz Santos Pereira" userId="c308351cf5a860c7" providerId="LiveId" clId="{24D14318-1913-45F0-9329-213AE27F8FE5}" dt="2025-07-20T20:52:01.370" v="740" actId="478"/>
          <ac:picMkLst>
            <pc:docMk/>
            <pc:sldMk cId="0" sldId="256"/>
            <ac:picMk id="10" creationId="{2703011A-B94A-94C7-991D-7B2A985D257A}"/>
          </ac:picMkLst>
        </pc:picChg>
      </pc:sldChg>
      <pc:sldChg chg="del">
        <pc:chgData name="Osvaldo Luiz Santos Pereira" userId="c308351cf5a860c7" providerId="LiveId" clId="{24D14318-1913-45F0-9329-213AE27F8FE5}" dt="2025-07-20T14:21:57.064" v="3" actId="47"/>
        <pc:sldMkLst>
          <pc:docMk/>
          <pc:sldMk cId="0" sldId="257"/>
        </pc:sldMkLst>
      </pc:sldChg>
      <pc:sldChg chg="addSp modSp add mod modTransition">
        <pc:chgData name="Osvaldo Luiz Santos Pereira" userId="c308351cf5a860c7" providerId="LiveId" clId="{24D14318-1913-45F0-9329-213AE27F8FE5}" dt="2025-07-20T15:46:07.195" v="585"/>
        <pc:sldMkLst>
          <pc:docMk/>
          <pc:sldMk cId="4081511651" sldId="257"/>
        </pc:sldMkLst>
        <pc:spChg chg="add mod">
          <ac:chgData name="Osvaldo Luiz Santos Pereira" userId="c308351cf5a860c7" providerId="LiveId" clId="{24D14318-1913-45F0-9329-213AE27F8FE5}" dt="2025-07-20T15:33:13.904" v="372" actId="1036"/>
          <ac:spMkLst>
            <pc:docMk/>
            <pc:sldMk cId="4081511651" sldId="257"/>
            <ac:spMk id="3" creationId="{5673BF31-57D9-409B-6ADB-69C0183776F0}"/>
          </ac:spMkLst>
        </pc:spChg>
        <pc:spChg chg="add mod">
          <ac:chgData name="Osvaldo Luiz Santos Pereira" userId="c308351cf5a860c7" providerId="LiveId" clId="{24D14318-1913-45F0-9329-213AE27F8FE5}" dt="2025-07-20T15:34:22.642" v="396" actId="1076"/>
          <ac:spMkLst>
            <pc:docMk/>
            <pc:sldMk cId="4081511651" sldId="257"/>
            <ac:spMk id="4" creationId="{E5F20079-EA34-B8C8-65EC-76B3C37A9F47}"/>
          </ac:spMkLst>
        </pc:spChg>
        <pc:spChg chg="add mod">
          <ac:chgData name="Osvaldo Luiz Santos Pereira" userId="c308351cf5a860c7" providerId="LiveId" clId="{24D14318-1913-45F0-9329-213AE27F8FE5}" dt="2025-07-20T15:33:06.314" v="361" actId="1076"/>
          <ac:spMkLst>
            <pc:docMk/>
            <pc:sldMk cId="4081511651" sldId="257"/>
            <ac:spMk id="5" creationId="{EB2A76A7-7E59-AE7B-D3DC-6A3EA42E3C97}"/>
          </ac:spMkLst>
        </pc:spChg>
        <pc:picChg chg="add mod">
          <ac:chgData name="Osvaldo Luiz Santos Pereira" userId="c308351cf5a860c7" providerId="LiveId" clId="{24D14318-1913-45F0-9329-213AE27F8FE5}" dt="2025-07-20T14:57:51.835" v="83" actId="1076"/>
          <ac:picMkLst>
            <pc:docMk/>
            <pc:sldMk cId="4081511651" sldId="257"/>
            <ac:picMk id="2" creationId="{6208D0F6-F2ED-1D80-4600-B7A8D4875215}"/>
          </ac:picMkLst>
        </pc:picChg>
      </pc:sldChg>
      <pc:sldChg chg="del">
        <pc:chgData name="Osvaldo Luiz Santos Pereira" userId="c308351cf5a860c7" providerId="LiveId" clId="{24D14318-1913-45F0-9329-213AE27F8FE5}" dt="2025-07-20T14:21:57.521" v="4" actId="47"/>
        <pc:sldMkLst>
          <pc:docMk/>
          <pc:sldMk cId="0" sldId="258"/>
        </pc:sldMkLst>
      </pc:sldChg>
      <pc:sldChg chg="addSp delSp modSp add mod modTransition">
        <pc:chgData name="Osvaldo Luiz Santos Pereira" userId="c308351cf5a860c7" providerId="LiveId" clId="{24D14318-1913-45F0-9329-213AE27F8FE5}" dt="2025-07-20T15:46:18.549" v="605"/>
        <pc:sldMkLst>
          <pc:docMk/>
          <pc:sldMk cId="4062366581" sldId="258"/>
        </pc:sldMkLst>
        <pc:spChg chg="add mod">
          <ac:chgData name="Osvaldo Luiz Santos Pereira" userId="c308351cf5a860c7" providerId="LiveId" clId="{24D14318-1913-45F0-9329-213AE27F8FE5}" dt="2025-07-20T14:59:28.243" v="108" actId="1076"/>
          <ac:spMkLst>
            <pc:docMk/>
            <pc:sldMk cId="4062366581" sldId="258"/>
            <ac:spMk id="3" creationId="{7409674F-1219-5CE0-9398-F31DB4F6BB80}"/>
          </ac:spMkLst>
        </pc:spChg>
        <pc:spChg chg="add mod">
          <ac:chgData name="Osvaldo Luiz Santos Pereira" userId="c308351cf5a860c7" providerId="LiveId" clId="{24D14318-1913-45F0-9329-213AE27F8FE5}" dt="2025-07-20T15:34:36.240" v="401" actId="1076"/>
          <ac:spMkLst>
            <pc:docMk/>
            <pc:sldMk cId="4062366581" sldId="258"/>
            <ac:spMk id="4" creationId="{3077010F-53FE-B4AA-85C7-D3BCF4268432}"/>
          </ac:spMkLst>
        </pc:spChg>
        <pc:spChg chg="add mod">
          <ac:chgData name="Osvaldo Luiz Santos Pereira" userId="c308351cf5a860c7" providerId="LiveId" clId="{24D14318-1913-45F0-9329-213AE27F8FE5}" dt="2025-07-20T15:34:38.756" v="402" actId="1076"/>
          <ac:spMkLst>
            <pc:docMk/>
            <pc:sldMk cId="4062366581" sldId="258"/>
            <ac:spMk id="5" creationId="{C507BA91-9528-FBF5-ED93-11A1D1DD3175}"/>
          </ac:spMkLst>
        </pc:spChg>
        <pc:spChg chg="add mod">
          <ac:chgData name="Osvaldo Luiz Santos Pereira" userId="c308351cf5a860c7" providerId="LiveId" clId="{24D14318-1913-45F0-9329-213AE27F8FE5}" dt="2025-07-20T14:56:30.860" v="60" actId="1076"/>
          <ac:spMkLst>
            <pc:docMk/>
            <pc:sldMk cId="4062366581" sldId="258"/>
            <ac:spMk id="6" creationId="{4E432904-759E-3D28-DA2D-F33B736CAE0F}"/>
          </ac:spMkLst>
        </pc:spChg>
        <pc:spChg chg="add del mod">
          <ac:chgData name="Osvaldo Luiz Santos Pereira" userId="c308351cf5a860c7" providerId="LiveId" clId="{24D14318-1913-45F0-9329-213AE27F8FE5}" dt="2025-07-20T14:59:04.751" v="100" actId="478"/>
          <ac:spMkLst>
            <pc:docMk/>
            <pc:sldMk cId="4062366581" sldId="258"/>
            <ac:spMk id="7" creationId="{B4926332-F915-2A91-3C8E-0606B49B326D}"/>
          </ac:spMkLst>
        </pc:spChg>
        <pc:spChg chg="add mod">
          <ac:chgData name="Osvaldo Luiz Santos Pereira" userId="c308351cf5a860c7" providerId="LiveId" clId="{24D14318-1913-45F0-9329-213AE27F8FE5}" dt="2025-07-20T15:34:40.544" v="403" actId="1076"/>
          <ac:spMkLst>
            <pc:docMk/>
            <pc:sldMk cId="4062366581" sldId="258"/>
            <ac:spMk id="8" creationId="{CA503FC7-5A2C-D86D-922A-7CC257435C8B}"/>
          </ac:spMkLst>
        </pc:spChg>
        <pc:spChg chg="add mod">
          <ac:chgData name="Osvaldo Luiz Santos Pereira" userId="c308351cf5a860c7" providerId="LiveId" clId="{24D14318-1913-45F0-9329-213AE27F8FE5}" dt="2025-07-20T15:34:45.947" v="405" actId="14100"/>
          <ac:spMkLst>
            <pc:docMk/>
            <pc:sldMk cId="4062366581" sldId="258"/>
            <ac:spMk id="9" creationId="{937FF038-8C3E-F632-ABFB-9AFA85E1A28A}"/>
          </ac:spMkLst>
        </pc:spChg>
        <pc:spChg chg="add mod">
          <ac:chgData name="Osvaldo Luiz Santos Pereira" userId="c308351cf5a860c7" providerId="LiveId" clId="{24D14318-1913-45F0-9329-213AE27F8FE5}" dt="2025-07-20T15:34:48.856" v="406" actId="1076"/>
          <ac:spMkLst>
            <pc:docMk/>
            <pc:sldMk cId="4062366581" sldId="258"/>
            <ac:spMk id="10" creationId="{2C7EF717-0CFB-93F8-DC56-D5FB93A84519}"/>
          </ac:spMkLst>
        </pc:spChg>
        <pc:spChg chg="add mod">
          <ac:chgData name="Osvaldo Luiz Santos Pereira" userId="c308351cf5a860c7" providerId="LiveId" clId="{24D14318-1913-45F0-9329-213AE27F8FE5}" dt="2025-07-20T15:34:53.545" v="407" actId="14100"/>
          <ac:spMkLst>
            <pc:docMk/>
            <pc:sldMk cId="4062366581" sldId="258"/>
            <ac:spMk id="11" creationId="{B603F141-F0DD-60D9-4FEA-BAF67EEDAD95}"/>
          </ac:spMkLst>
        </pc:spChg>
        <pc:picChg chg="add mod">
          <ac:chgData name="Osvaldo Luiz Santos Pereira" userId="c308351cf5a860c7" providerId="LiveId" clId="{24D14318-1913-45F0-9329-213AE27F8FE5}" dt="2025-07-20T14:59:28.243" v="108" actId="1076"/>
          <ac:picMkLst>
            <pc:docMk/>
            <pc:sldMk cId="4062366581" sldId="258"/>
            <ac:picMk id="2" creationId="{2FF96A06-E2F9-3EA6-FAE4-0D3815134477}"/>
          </ac:picMkLst>
        </pc:picChg>
      </pc:sldChg>
      <pc:sldChg chg="del">
        <pc:chgData name="Osvaldo Luiz Santos Pereira" userId="c308351cf5a860c7" providerId="LiveId" clId="{24D14318-1913-45F0-9329-213AE27F8FE5}" dt="2025-07-20T14:21:58.772" v="7" actId="47"/>
        <pc:sldMkLst>
          <pc:docMk/>
          <pc:sldMk cId="0" sldId="259"/>
        </pc:sldMkLst>
      </pc:sldChg>
      <pc:sldChg chg="addSp delSp modSp add mod modTransition">
        <pc:chgData name="Osvaldo Luiz Santos Pereira" userId="c308351cf5a860c7" providerId="LiveId" clId="{24D14318-1913-45F0-9329-213AE27F8FE5}" dt="2025-07-20T21:15:15.986" v="781" actId="478"/>
        <pc:sldMkLst>
          <pc:docMk/>
          <pc:sldMk cId="3788375211" sldId="259"/>
        </pc:sldMkLst>
        <pc:spChg chg="add mod">
          <ac:chgData name="Osvaldo Luiz Santos Pereira" userId="c308351cf5a860c7" providerId="LiveId" clId="{24D14318-1913-45F0-9329-213AE27F8FE5}" dt="2025-07-20T15:54:54.387" v="722" actId="207"/>
          <ac:spMkLst>
            <pc:docMk/>
            <pc:sldMk cId="3788375211" sldId="259"/>
            <ac:spMk id="3" creationId="{D5A267A0-B6B0-5020-D8F7-C1F13C7E2481}"/>
          </ac:spMkLst>
        </pc:spChg>
        <pc:spChg chg="add mod">
          <ac:chgData name="Osvaldo Luiz Santos Pereira" userId="c308351cf5a860c7" providerId="LiveId" clId="{24D14318-1913-45F0-9329-213AE27F8FE5}" dt="2025-07-20T15:32:49.555" v="354" actId="1076"/>
          <ac:spMkLst>
            <pc:docMk/>
            <pc:sldMk cId="3788375211" sldId="259"/>
            <ac:spMk id="4" creationId="{4C047603-DD6C-4B44-28C6-5F05F1DF4714}"/>
          </ac:spMkLst>
        </pc:spChg>
        <pc:spChg chg="add mod">
          <ac:chgData name="Osvaldo Luiz Santos Pereira" userId="c308351cf5a860c7" providerId="LiveId" clId="{24D14318-1913-45F0-9329-213AE27F8FE5}" dt="2025-07-20T15:35:24.659" v="412" actId="403"/>
          <ac:spMkLst>
            <pc:docMk/>
            <pc:sldMk cId="3788375211" sldId="259"/>
            <ac:spMk id="5" creationId="{A6292570-0748-5443-9119-7F9C6D1BBA56}"/>
          </ac:spMkLst>
        </pc:spChg>
        <pc:spChg chg="add mod">
          <ac:chgData name="Osvaldo Luiz Santos Pereira" userId="c308351cf5a860c7" providerId="LiveId" clId="{24D14318-1913-45F0-9329-213AE27F8FE5}" dt="2025-07-20T15:35:34.891" v="413" actId="1076"/>
          <ac:spMkLst>
            <pc:docMk/>
            <pc:sldMk cId="3788375211" sldId="259"/>
            <ac:spMk id="6" creationId="{A1B252AF-C66A-04BE-A2C6-77A574EE8E89}"/>
          </ac:spMkLst>
        </pc:spChg>
        <pc:spChg chg="add del">
          <ac:chgData name="Osvaldo Luiz Santos Pereira" userId="c308351cf5a860c7" providerId="LiveId" clId="{24D14318-1913-45F0-9329-213AE27F8FE5}" dt="2025-07-20T21:13:33.868" v="770" actId="22"/>
          <ac:spMkLst>
            <pc:docMk/>
            <pc:sldMk cId="3788375211" sldId="259"/>
            <ac:spMk id="22" creationId="{3DA0AC14-DAD7-FC8A-0D7D-32D8344ADD2C}"/>
          </ac:spMkLst>
        </pc:spChg>
        <pc:picChg chg="add mod">
          <ac:chgData name="Osvaldo Luiz Santos Pereira" userId="c308351cf5a860c7" providerId="LiveId" clId="{24D14318-1913-45F0-9329-213AE27F8FE5}" dt="2025-07-20T15:35:52.211" v="418" actId="1076"/>
          <ac:picMkLst>
            <pc:docMk/>
            <pc:sldMk cId="3788375211" sldId="259"/>
            <ac:picMk id="2" creationId="{38B82D90-96DC-D5BC-11B9-82313CA6149B}"/>
          </ac:picMkLst>
        </pc:picChg>
        <pc:picChg chg="add del mod">
          <ac:chgData name="Osvaldo Luiz Santos Pereira" userId="c308351cf5a860c7" providerId="LiveId" clId="{24D14318-1913-45F0-9329-213AE27F8FE5}" dt="2025-07-20T20:58:24.440" v="744" actId="478"/>
          <ac:picMkLst>
            <pc:docMk/>
            <pc:sldMk cId="3788375211" sldId="259"/>
            <ac:picMk id="8" creationId="{6536702D-4C17-6AE7-1780-2790A6123F89}"/>
          </ac:picMkLst>
        </pc:picChg>
        <pc:picChg chg="add del mod">
          <ac:chgData name="Osvaldo Luiz Santos Pereira" userId="c308351cf5a860c7" providerId="LiveId" clId="{24D14318-1913-45F0-9329-213AE27F8FE5}" dt="2025-07-20T20:58:49.749" v="748" actId="478"/>
          <ac:picMkLst>
            <pc:docMk/>
            <pc:sldMk cId="3788375211" sldId="259"/>
            <ac:picMk id="10" creationId="{ACB32B57-A5ED-10FC-4EFD-15D2F82902B4}"/>
          </ac:picMkLst>
        </pc:picChg>
        <pc:picChg chg="add del mod">
          <ac:chgData name="Osvaldo Luiz Santos Pereira" userId="c308351cf5a860c7" providerId="LiveId" clId="{24D14318-1913-45F0-9329-213AE27F8FE5}" dt="2025-07-20T21:00:58.230" v="753" actId="478"/>
          <ac:picMkLst>
            <pc:docMk/>
            <pc:sldMk cId="3788375211" sldId="259"/>
            <ac:picMk id="12" creationId="{040BC202-EBAB-4F3A-B92C-5359DFEC9F3F}"/>
          </ac:picMkLst>
        </pc:picChg>
        <pc:picChg chg="add del mod">
          <ac:chgData name="Osvaldo Luiz Santos Pereira" userId="c308351cf5a860c7" providerId="LiveId" clId="{24D14318-1913-45F0-9329-213AE27F8FE5}" dt="2025-07-20T21:06:49.738" v="756" actId="478"/>
          <ac:picMkLst>
            <pc:docMk/>
            <pc:sldMk cId="3788375211" sldId="259"/>
            <ac:picMk id="14" creationId="{0C556ED9-CC4F-BB42-1CD5-68050B9A702D}"/>
          </ac:picMkLst>
        </pc:picChg>
        <pc:picChg chg="add del mod">
          <ac:chgData name="Osvaldo Luiz Santos Pereira" userId="c308351cf5a860c7" providerId="LiveId" clId="{24D14318-1913-45F0-9329-213AE27F8FE5}" dt="2025-07-20T21:10:14.962" v="760" actId="478"/>
          <ac:picMkLst>
            <pc:docMk/>
            <pc:sldMk cId="3788375211" sldId="259"/>
            <ac:picMk id="16" creationId="{27ED2972-27D1-DFB3-B131-B9684AEFAC30}"/>
          </ac:picMkLst>
        </pc:picChg>
        <pc:picChg chg="add del mod">
          <ac:chgData name="Osvaldo Luiz Santos Pereira" userId="c308351cf5a860c7" providerId="LiveId" clId="{24D14318-1913-45F0-9329-213AE27F8FE5}" dt="2025-07-20T21:11:34.125" v="764" actId="478"/>
          <ac:picMkLst>
            <pc:docMk/>
            <pc:sldMk cId="3788375211" sldId="259"/>
            <ac:picMk id="18" creationId="{A38A422B-BDF7-FB3A-4E44-C109742E40E8}"/>
          </ac:picMkLst>
        </pc:picChg>
        <pc:picChg chg="add del mod">
          <ac:chgData name="Osvaldo Luiz Santos Pereira" userId="c308351cf5a860c7" providerId="LiveId" clId="{24D14318-1913-45F0-9329-213AE27F8FE5}" dt="2025-07-20T21:15:04.590" v="773" actId="478"/>
          <ac:picMkLst>
            <pc:docMk/>
            <pc:sldMk cId="3788375211" sldId="259"/>
            <ac:picMk id="20" creationId="{DFBBB601-FDDB-C6F6-1D8D-A072A0D2BF20}"/>
          </ac:picMkLst>
        </pc:picChg>
        <pc:picChg chg="add del mod">
          <ac:chgData name="Osvaldo Luiz Santos Pereira" userId="c308351cf5a860c7" providerId="LiveId" clId="{24D14318-1913-45F0-9329-213AE27F8FE5}" dt="2025-07-20T21:15:15.986" v="781" actId="478"/>
          <ac:picMkLst>
            <pc:docMk/>
            <pc:sldMk cId="3788375211" sldId="259"/>
            <ac:picMk id="24" creationId="{19F98E16-A32D-A6F6-87BD-004AA563CE60}"/>
          </ac:picMkLst>
        </pc:picChg>
      </pc:sldChg>
      <pc:sldChg chg="del">
        <pc:chgData name="Osvaldo Luiz Santos Pereira" userId="c308351cf5a860c7" providerId="LiveId" clId="{24D14318-1913-45F0-9329-213AE27F8FE5}" dt="2025-07-20T14:21:59.204" v="8" actId="47"/>
        <pc:sldMkLst>
          <pc:docMk/>
          <pc:sldMk cId="0" sldId="260"/>
        </pc:sldMkLst>
      </pc:sldChg>
      <pc:sldChg chg="addSp modSp add mod modTransition">
        <pc:chgData name="Osvaldo Luiz Santos Pereira" userId="c308351cf5a860c7" providerId="LiveId" clId="{24D14318-1913-45F0-9329-213AE27F8FE5}" dt="2025-07-20T15:46:41.672" v="643"/>
        <pc:sldMkLst>
          <pc:docMk/>
          <pc:sldMk cId="1188408764" sldId="260"/>
        </pc:sldMkLst>
        <pc:spChg chg="add mod">
          <ac:chgData name="Osvaldo Luiz Santos Pereira" userId="c308351cf5a860c7" providerId="LiveId" clId="{24D14318-1913-45F0-9329-213AE27F8FE5}" dt="2025-07-20T15:27:01.424" v="202" actId="1076"/>
          <ac:spMkLst>
            <pc:docMk/>
            <pc:sldMk cId="1188408764" sldId="260"/>
            <ac:spMk id="3" creationId="{77A85C0B-2B42-E21D-0E89-BC0092FEC949}"/>
          </ac:spMkLst>
        </pc:spChg>
        <pc:spChg chg="add mod">
          <ac:chgData name="Osvaldo Luiz Santos Pereira" userId="c308351cf5a860c7" providerId="LiveId" clId="{24D14318-1913-45F0-9329-213AE27F8FE5}" dt="2025-07-20T15:32:41.384" v="351" actId="1076"/>
          <ac:spMkLst>
            <pc:docMk/>
            <pc:sldMk cId="1188408764" sldId="260"/>
            <ac:spMk id="4" creationId="{7B400074-5637-30C7-6BD9-9B3D72ED0500}"/>
          </ac:spMkLst>
        </pc:spChg>
        <pc:spChg chg="add mod">
          <ac:chgData name="Osvaldo Luiz Santos Pereira" userId="c308351cf5a860c7" providerId="LiveId" clId="{24D14318-1913-45F0-9329-213AE27F8FE5}" dt="2025-07-20T15:25:53.940" v="179" actId="14100"/>
          <ac:spMkLst>
            <pc:docMk/>
            <pc:sldMk cId="1188408764" sldId="260"/>
            <ac:spMk id="5" creationId="{5B1DBA45-FF42-3BAA-5F43-CA2F8061BB37}"/>
          </ac:spMkLst>
        </pc:spChg>
        <pc:spChg chg="add mod">
          <ac:chgData name="Osvaldo Luiz Santos Pereira" userId="c308351cf5a860c7" providerId="LiveId" clId="{24D14318-1913-45F0-9329-213AE27F8FE5}" dt="2025-07-20T15:25:22.441" v="167" actId="1076"/>
          <ac:spMkLst>
            <pc:docMk/>
            <pc:sldMk cId="1188408764" sldId="260"/>
            <ac:spMk id="6" creationId="{B1C997F8-4F8B-EA2B-F0E5-7BC09091230B}"/>
          </ac:spMkLst>
        </pc:spChg>
        <pc:spChg chg="add mod">
          <ac:chgData name="Osvaldo Luiz Santos Pereira" userId="c308351cf5a860c7" providerId="LiveId" clId="{24D14318-1913-45F0-9329-213AE27F8FE5}" dt="2025-07-20T15:25:22.441" v="167" actId="1076"/>
          <ac:spMkLst>
            <pc:docMk/>
            <pc:sldMk cId="1188408764" sldId="260"/>
            <ac:spMk id="7" creationId="{9F362962-2C14-D931-9F2E-EB7B865A3E74}"/>
          </ac:spMkLst>
        </pc:spChg>
        <pc:spChg chg="add mod">
          <ac:chgData name="Osvaldo Luiz Santos Pereira" userId="c308351cf5a860c7" providerId="LiveId" clId="{24D14318-1913-45F0-9329-213AE27F8FE5}" dt="2025-07-20T15:26:12.954" v="183" actId="1076"/>
          <ac:spMkLst>
            <pc:docMk/>
            <pc:sldMk cId="1188408764" sldId="260"/>
            <ac:spMk id="8" creationId="{9631291E-3102-CF3B-51E1-62F5529959EA}"/>
          </ac:spMkLst>
        </pc:spChg>
        <pc:spChg chg="add mod">
          <ac:chgData name="Osvaldo Luiz Santos Pereira" userId="c308351cf5a860c7" providerId="LiveId" clId="{24D14318-1913-45F0-9329-213AE27F8FE5}" dt="2025-07-20T15:26:24.086" v="185" actId="1076"/>
          <ac:spMkLst>
            <pc:docMk/>
            <pc:sldMk cId="1188408764" sldId="260"/>
            <ac:spMk id="9" creationId="{F99D912B-8A76-BAD0-A3C4-DB598664C67D}"/>
          </ac:spMkLst>
        </pc:spChg>
        <pc:spChg chg="add mod">
          <ac:chgData name="Osvaldo Luiz Santos Pereira" userId="c308351cf5a860c7" providerId="LiveId" clId="{24D14318-1913-45F0-9329-213AE27F8FE5}" dt="2025-07-20T15:26:32.946" v="189" actId="1076"/>
          <ac:spMkLst>
            <pc:docMk/>
            <pc:sldMk cId="1188408764" sldId="260"/>
            <ac:spMk id="10" creationId="{E564BD57-D233-4913-5CA8-5D4ECF973FBE}"/>
          </ac:spMkLst>
        </pc:spChg>
        <pc:spChg chg="add mod">
          <ac:chgData name="Osvaldo Luiz Santos Pereira" userId="c308351cf5a860c7" providerId="LiveId" clId="{24D14318-1913-45F0-9329-213AE27F8FE5}" dt="2025-07-20T15:26:28.794" v="187" actId="1076"/>
          <ac:spMkLst>
            <pc:docMk/>
            <pc:sldMk cId="1188408764" sldId="260"/>
            <ac:spMk id="11" creationId="{40D14F7A-0B14-E14B-2BF9-14DF13CE4C61}"/>
          </ac:spMkLst>
        </pc:spChg>
        <pc:spChg chg="add mod">
          <ac:chgData name="Osvaldo Luiz Santos Pereira" userId="c308351cf5a860c7" providerId="LiveId" clId="{24D14318-1913-45F0-9329-213AE27F8FE5}" dt="2025-07-20T15:26:31.135" v="188" actId="1076"/>
          <ac:spMkLst>
            <pc:docMk/>
            <pc:sldMk cId="1188408764" sldId="260"/>
            <ac:spMk id="12" creationId="{B60BDB10-A873-7317-66A1-CD05DBD08CAF}"/>
          </ac:spMkLst>
        </pc:spChg>
        <pc:picChg chg="add mod">
          <ac:chgData name="Osvaldo Luiz Santos Pereira" userId="c308351cf5a860c7" providerId="LiveId" clId="{24D14318-1913-45F0-9329-213AE27F8FE5}" dt="2025-07-20T15:27:03.480" v="207" actId="1035"/>
          <ac:picMkLst>
            <pc:docMk/>
            <pc:sldMk cId="1188408764" sldId="260"/>
            <ac:picMk id="2" creationId="{CF26988A-4A66-BF7C-7841-994ACAA4AF82}"/>
          </ac:picMkLst>
        </pc:picChg>
      </pc:sldChg>
      <pc:sldChg chg="del">
        <pc:chgData name="Osvaldo Luiz Santos Pereira" userId="c308351cf5a860c7" providerId="LiveId" clId="{24D14318-1913-45F0-9329-213AE27F8FE5}" dt="2025-07-20T14:21:59.640" v="9" actId="47"/>
        <pc:sldMkLst>
          <pc:docMk/>
          <pc:sldMk cId="0" sldId="261"/>
        </pc:sldMkLst>
      </pc:sldChg>
      <pc:sldChg chg="addSp delSp modSp add mod modTransition">
        <pc:chgData name="Osvaldo Luiz Santos Pereira" userId="c308351cf5a860c7" providerId="LiveId" clId="{24D14318-1913-45F0-9329-213AE27F8FE5}" dt="2025-07-20T15:46:53.599" v="665"/>
        <pc:sldMkLst>
          <pc:docMk/>
          <pc:sldMk cId="3968794118" sldId="261"/>
        </pc:sldMkLst>
        <pc:spChg chg="add mod">
          <ac:chgData name="Osvaldo Luiz Santos Pereira" userId="c308351cf5a860c7" providerId="LiveId" clId="{24D14318-1913-45F0-9329-213AE27F8FE5}" dt="2025-07-20T15:32:31.485" v="348" actId="1076"/>
          <ac:spMkLst>
            <pc:docMk/>
            <pc:sldMk cId="3968794118" sldId="261"/>
            <ac:spMk id="2" creationId="{6ED6553F-A88A-C795-DE66-3AC1CACAEDBD}"/>
          </ac:spMkLst>
        </pc:spChg>
        <pc:spChg chg="add del mod">
          <ac:chgData name="Osvaldo Luiz Santos Pereira" userId="c308351cf5a860c7" providerId="LiveId" clId="{24D14318-1913-45F0-9329-213AE27F8FE5}" dt="2025-07-20T15:30:56.190" v="282" actId="478"/>
          <ac:spMkLst>
            <pc:docMk/>
            <pc:sldMk cId="3968794118" sldId="261"/>
            <ac:spMk id="3" creationId="{6F4D5184-21B1-50BD-B6E3-E0BDEA90CC35}"/>
          </ac:spMkLst>
        </pc:spChg>
        <pc:spChg chg="mod">
          <ac:chgData name="Osvaldo Luiz Santos Pereira" userId="c308351cf5a860c7" providerId="LiveId" clId="{24D14318-1913-45F0-9329-213AE27F8FE5}" dt="2025-07-20T15:32:19.122" v="344" actId="1036"/>
          <ac:spMkLst>
            <pc:docMk/>
            <pc:sldMk cId="3968794118" sldId="261"/>
            <ac:spMk id="5" creationId="{A994ED77-B98B-5E4A-0448-68333AAC30B6}"/>
          </ac:spMkLst>
        </pc:spChg>
        <pc:spChg chg="add mod">
          <ac:chgData name="Osvaldo Luiz Santos Pereira" userId="c308351cf5a860c7" providerId="LiveId" clId="{24D14318-1913-45F0-9329-213AE27F8FE5}" dt="2025-07-20T15:32:06.436" v="331" actId="403"/>
          <ac:spMkLst>
            <pc:docMk/>
            <pc:sldMk cId="3968794118" sldId="261"/>
            <ac:spMk id="6" creationId="{E8BBA3A1-99BA-E28B-6420-6A338C234251}"/>
          </ac:spMkLst>
        </pc:spChg>
        <pc:spChg chg="add del mod">
          <ac:chgData name="Osvaldo Luiz Santos Pereira" userId="c308351cf5a860c7" providerId="LiveId" clId="{24D14318-1913-45F0-9329-213AE27F8FE5}" dt="2025-07-20T15:29:51.536" v="257" actId="478"/>
          <ac:spMkLst>
            <pc:docMk/>
            <pc:sldMk cId="3968794118" sldId="261"/>
            <ac:spMk id="7" creationId="{D5D7AE59-702E-2474-B036-983284608A58}"/>
          </ac:spMkLst>
        </pc:spChg>
        <pc:spChg chg="add mod">
          <ac:chgData name="Osvaldo Luiz Santos Pereira" userId="c308351cf5a860c7" providerId="LiveId" clId="{24D14318-1913-45F0-9329-213AE27F8FE5}" dt="2025-07-20T15:32:19.122" v="344" actId="1036"/>
          <ac:spMkLst>
            <pc:docMk/>
            <pc:sldMk cId="3968794118" sldId="261"/>
            <ac:spMk id="9" creationId="{6E823740-9B54-A2EA-8EC4-EC005E12749A}"/>
          </ac:spMkLst>
        </pc:spChg>
        <pc:spChg chg="add mod">
          <ac:chgData name="Osvaldo Luiz Santos Pereira" userId="c308351cf5a860c7" providerId="LiveId" clId="{24D14318-1913-45F0-9329-213AE27F8FE5}" dt="2025-07-20T15:31:59.311" v="322" actId="1036"/>
          <ac:spMkLst>
            <pc:docMk/>
            <pc:sldMk cId="3968794118" sldId="261"/>
            <ac:spMk id="10" creationId="{AF7E004C-F40E-9205-D4E8-C3A57A60FA0C}"/>
          </ac:spMkLst>
        </pc:spChg>
        <pc:spChg chg="add mod">
          <ac:chgData name="Osvaldo Luiz Santos Pereira" userId="c308351cf5a860c7" providerId="LiveId" clId="{24D14318-1913-45F0-9329-213AE27F8FE5}" dt="2025-07-20T15:30:03.856" v="260" actId="14100"/>
          <ac:spMkLst>
            <pc:docMk/>
            <pc:sldMk cId="3968794118" sldId="261"/>
            <ac:spMk id="11" creationId="{14CD27CF-A0AD-B05C-4653-224F8F39A792}"/>
          </ac:spMkLst>
        </pc:spChg>
        <pc:spChg chg="add mod">
          <ac:chgData name="Osvaldo Luiz Santos Pereira" userId="c308351cf5a860c7" providerId="LiveId" clId="{24D14318-1913-45F0-9329-213AE27F8FE5}" dt="2025-07-20T15:31:33.170" v="297" actId="1076"/>
          <ac:spMkLst>
            <pc:docMk/>
            <pc:sldMk cId="3968794118" sldId="261"/>
            <ac:spMk id="13" creationId="{AB355DC7-DFD1-EE62-FD23-2157E24DA75F}"/>
          </ac:spMkLst>
        </pc:spChg>
        <pc:spChg chg="add mod">
          <ac:chgData name="Osvaldo Luiz Santos Pereira" userId="c308351cf5a860c7" providerId="LiveId" clId="{24D14318-1913-45F0-9329-213AE27F8FE5}" dt="2025-07-20T15:31:55.297" v="315" actId="1036"/>
          <ac:spMkLst>
            <pc:docMk/>
            <pc:sldMk cId="3968794118" sldId="261"/>
            <ac:spMk id="14" creationId="{3C8AF6C8-B013-BA28-016F-4EE80D1D951F}"/>
          </ac:spMkLst>
        </pc:spChg>
        <pc:spChg chg="add mod">
          <ac:chgData name="Osvaldo Luiz Santos Pereira" userId="c308351cf5a860c7" providerId="LiveId" clId="{24D14318-1913-45F0-9329-213AE27F8FE5}" dt="2025-07-20T15:30:39.245" v="275" actId="1076"/>
          <ac:spMkLst>
            <pc:docMk/>
            <pc:sldMk cId="3968794118" sldId="261"/>
            <ac:spMk id="15" creationId="{74F440E0-5A9B-C1BD-861C-E82BC4408751}"/>
          </ac:spMkLst>
        </pc:spChg>
        <pc:spChg chg="add del mod">
          <ac:chgData name="Osvaldo Luiz Santos Pereira" userId="c308351cf5a860c7" providerId="LiveId" clId="{24D14318-1913-45F0-9329-213AE27F8FE5}" dt="2025-07-20T15:30:42.681" v="276" actId="478"/>
          <ac:spMkLst>
            <pc:docMk/>
            <pc:sldMk cId="3968794118" sldId="261"/>
            <ac:spMk id="16" creationId="{DD8CD0B2-5990-B665-C543-A07816AB4689}"/>
          </ac:spMkLst>
        </pc:spChg>
        <pc:spChg chg="add mod">
          <ac:chgData name="Osvaldo Luiz Santos Pereira" userId="c308351cf5a860c7" providerId="LiveId" clId="{24D14318-1913-45F0-9329-213AE27F8FE5}" dt="2025-07-20T15:30:50.912" v="280" actId="571"/>
          <ac:spMkLst>
            <pc:docMk/>
            <pc:sldMk cId="3968794118" sldId="261"/>
            <ac:spMk id="17" creationId="{43D71C69-D178-8A80-B1CC-672FDDE8E669}"/>
          </ac:spMkLst>
        </pc:spChg>
        <pc:spChg chg="add mod">
          <ac:chgData name="Osvaldo Luiz Santos Pereira" userId="c308351cf5a860c7" providerId="LiveId" clId="{24D14318-1913-45F0-9329-213AE27F8FE5}" dt="2025-07-20T15:30:52.916" v="281" actId="571"/>
          <ac:spMkLst>
            <pc:docMk/>
            <pc:sldMk cId="3968794118" sldId="261"/>
            <ac:spMk id="19" creationId="{B23753F5-51F6-5208-0369-2A249741A2DC}"/>
          </ac:spMkLst>
        </pc:spChg>
        <pc:picChg chg="del">
          <ac:chgData name="Osvaldo Luiz Santos Pereira" userId="c308351cf5a860c7" providerId="LiveId" clId="{24D14318-1913-45F0-9329-213AE27F8FE5}" dt="2025-07-20T15:30:58.797" v="283" actId="478"/>
          <ac:picMkLst>
            <pc:docMk/>
            <pc:sldMk cId="3968794118" sldId="261"/>
            <ac:picMk id="4" creationId="{EDF49678-6138-6C14-D491-EECF742A51E0}"/>
          </ac:picMkLst>
        </pc:picChg>
        <pc:picChg chg="del mod">
          <ac:chgData name="Osvaldo Luiz Santos Pereira" userId="c308351cf5a860c7" providerId="LiveId" clId="{24D14318-1913-45F0-9329-213AE27F8FE5}" dt="2025-07-20T15:29:54.152" v="258" actId="478"/>
          <ac:picMkLst>
            <pc:docMk/>
            <pc:sldMk cId="3968794118" sldId="261"/>
            <ac:picMk id="8" creationId="{A91E5996-D451-5989-4BD9-DA64A01483C8}"/>
          </ac:picMkLst>
        </pc:picChg>
        <pc:picChg chg="mod">
          <ac:chgData name="Osvaldo Luiz Santos Pereira" userId="c308351cf5a860c7" providerId="LiveId" clId="{24D14318-1913-45F0-9329-213AE27F8FE5}" dt="2025-07-20T15:30:45.934" v="279" actId="1038"/>
          <ac:picMkLst>
            <pc:docMk/>
            <pc:sldMk cId="3968794118" sldId="261"/>
            <ac:picMk id="12" creationId="{012B88F1-A266-C519-7230-91E97B8E0792}"/>
          </ac:picMkLst>
        </pc:picChg>
        <pc:picChg chg="add mod">
          <ac:chgData name="Osvaldo Luiz Santos Pereira" userId="c308351cf5a860c7" providerId="LiveId" clId="{24D14318-1913-45F0-9329-213AE27F8FE5}" dt="2025-07-20T15:30:50.912" v="280" actId="571"/>
          <ac:picMkLst>
            <pc:docMk/>
            <pc:sldMk cId="3968794118" sldId="261"/>
            <ac:picMk id="18" creationId="{37EFD6C6-6EC5-5E49-6FD0-DEECE53B93CF}"/>
          </ac:picMkLst>
        </pc:picChg>
        <pc:picChg chg="add mod">
          <ac:chgData name="Osvaldo Luiz Santos Pereira" userId="c308351cf5a860c7" providerId="LiveId" clId="{24D14318-1913-45F0-9329-213AE27F8FE5}" dt="2025-07-20T15:30:52.916" v="281" actId="571"/>
          <ac:picMkLst>
            <pc:docMk/>
            <pc:sldMk cId="3968794118" sldId="261"/>
            <ac:picMk id="20" creationId="{F6E8A146-4226-2203-AFAB-56D86440B5E6}"/>
          </ac:picMkLst>
        </pc:picChg>
      </pc:sldChg>
      <pc:sldChg chg="del">
        <pc:chgData name="Osvaldo Luiz Santos Pereira" userId="c308351cf5a860c7" providerId="LiveId" clId="{24D14318-1913-45F0-9329-213AE27F8FE5}" dt="2025-07-20T14:21:57.952" v="5" actId="47"/>
        <pc:sldMkLst>
          <pc:docMk/>
          <pc:sldMk cId="770525427" sldId="262"/>
        </pc:sldMkLst>
      </pc:sldChg>
      <pc:sldChg chg="addSp modSp add mod modTransition">
        <pc:chgData name="Osvaldo Luiz Santos Pereira" userId="c308351cf5a860c7" providerId="LiveId" clId="{24D14318-1913-45F0-9329-213AE27F8FE5}" dt="2025-07-20T15:47:09.314" v="696"/>
        <pc:sldMkLst>
          <pc:docMk/>
          <pc:sldMk cId="1842832735" sldId="262"/>
        </pc:sldMkLst>
        <pc:spChg chg="add mod">
          <ac:chgData name="Osvaldo Luiz Santos Pereira" userId="c308351cf5a860c7" providerId="LiveId" clId="{24D14318-1913-45F0-9329-213AE27F8FE5}" dt="2025-07-20T15:38:50.222" v="437" actId="1076"/>
          <ac:spMkLst>
            <pc:docMk/>
            <pc:sldMk cId="1842832735" sldId="262"/>
            <ac:spMk id="3" creationId="{BE8A3811-1ABC-F541-D294-84651AEF0296}"/>
          </ac:spMkLst>
        </pc:spChg>
        <pc:spChg chg="mod">
          <ac:chgData name="Osvaldo Luiz Santos Pereira" userId="c308351cf5a860c7" providerId="LiveId" clId="{24D14318-1913-45F0-9329-213AE27F8FE5}" dt="2025-07-20T15:38:54.738" v="441" actId="403"/>
          <ac:spMkLst>
            <pc:docMk/>
            <pc:sldMk cId="1842832735" sldId="262"/>
            <ac:spMk id="4" creationId="{32940AFD-B83C-ABE5-A438-ABA2A01A3E94}"/>
          </ac:spMkLst>
        </pc:spChg>
        <pc:spChg chg="add mod">
          <ac:chgData name="Osvaldo Luiz Santos Pereira" userId="c308351cf5a860c7" providerId="LiveId" clId="{24D14318-1913-45F0-9329-213AE27F8FE5}" dt="2025-07-20T15:39:45.688" v="457" actId="14100"/>
          <ac:spMkLst>
            <pc:docMk/>
            <pc:sldMk cId="1842832735" sldId="262"/>
            <ac:spMk id="5" creationId="{37816BC2-8078-BDAC-30B8-485DCB7DF0FC}"/>
          </ac:spMkLst>
        </pc:spChg>
        <pc:spChg chg="add mod">
          <ac:chgData name="Osvaldo Luiz Santos Pereira" userId="c308351cf5a860c7" providerId="LiveId" clId="{24D14318-1913-45F0-9329-213AE27F8FE5}" dt="2025-07-20T15:39:59.235" v="460" actId="1076"/>
          <ac:spMkLst>
            <pc:docMk/>
            <pc:sldMk cId="1842832735" sldId="262"/>
            <ac:spMk id="6" creationId="{143BB7D6-F861-C49F-AED6-CB0D8C7FB8DC}"/>
          </ac:spMkLst>
        </pc:spChg>
        <pc:spChg chg="add mod">
          <ac:chgData name="Osvaldo Luiz Santos Pereira" userId="c308351cf5a860c7" providerId="LiveId" clId="{24D14318-1913-45F0-9329-213AE27F8FE5}" dt="2025-07-20T15:39:55.703" v="459" actId="1076"/>
          <ac:spMkLst>
            <pc:docMk/>
            <pc:sldMk cId="1842832735" sldId="262"/>
            <ac:spMk id="7" creationId="{F537DEEB-A912-55E9-CEE6-86F499F6A618}"/>
          </ac:spMkLst>
        </pc:spChg>
        <pc:spChg chg="add mod">
          <ac:chgData name="Osvaldo Luiz Santos Pereira" userId="c308351cf5a860c7" providerId="LiveId" clId="{24D14318-1913-45F0-9329-213AE27F8FE5}" dt="2025-07-20T15:39:51.989" v="458" actId="1076"/>
          <ac:spMkLst>
            <pc:docMk/>
            <pc:sldMk cId="1842832735" sldId="262"/>
            <ac:spMk id="8" creationId="{99C89D7B-F9FD-ED1F-F016-52B842D60830}"/>
          </ac:spMkLst>
        </pc:spChg>
        <pc:spChg chg="add mod">
          <ac:chgData name="Osvaldo Luiz Santos Pereira" userId="c308351cf5a860c7" providerId="LiveId" clId="{24D14318-1913-45F0-9329-213AE27F8FE5}" dt="2025-07-20T15:38:59.796" v="442" actId="1076"/>
          <ac:spMkLst>
            <pc:docMk/>
            <pc:sldMk cId="1842832735" sldId="262"/>
            <ac:spMk id="9" creationId="{8765BC39-9E14-90C2-6ED6-D03801925366}"/>
          </ac:spMkLst>
        </pc:spChg>
        <pc:spChg chg="add mod">
          <ac:chgData name="Osvaldo Luiz Santos Pereira" userId="c308351cf5a860c7" providerId="LiveId" clId="{24D14318-1913-45F0-9329-213AE27F8FE5}" dt="2025-07-20T15:39:23.844" v="449" actId="14100"/>
          <ac:spMkLst>
            <pc:docMk/>
            <pc:sldMk cId="1842832735" sldId="262"/>
            <ac:spMk id="10" creationId="{4106EFC2-2BFC-0197-265E-4780119D682D}"/>
          </ac:spMkLst>
        </pc:spChg>
        <pc:spChg chg="add mod">
          <ac:chgData name="Osvaldo Luiz Santos Pereira" userId="c308351cf5a860c7" providerId="LiveId" clId="{24D14318-1913-45F0-9329-213AE27F8FE5}" dt="2025-07-20T15:39:33.160" v="452" actId="1076"/>
          <ac:spMkLst>
            <pc:docMk/>
            <pc:sldMk cId="1842832735" sldId="262"/>
            <ac:spMk id="11" creationId="{138EEFBD-9FA9-823A-78B0-4AD95FB3B4D4}"/>
          </ac:spMkLst>
        </pc:spChg>
        <pc:spChg chg="add mod">
          <ac:chgData name="Osvaldo Luiz Santos Pereira" userId="c308351cf5a860c7" providerId="LiveId" clId="{24D14318-1913-45F0-9329-213AE27F8FE5}" dt="2025-07-20T15:39:30.798" v="451" actId="1076"/>
          <ac:spMkLst>
            <pc:docMk/>
            <pc:sldMk cId="1842832735" sldId="262"/>
            <ac:spMk id="12" creationId="{BC2E0F11-763E-26D0-9901-251027543FC5}"/>
          </ac:spMkLst>
        </pc:spChg>
        <pc:spChg chg="add mod">
          <ac:chgData name="Osvaldo Luiz Santos Pereira" userId="c308351cf5a860c7" providerId="LiveId" clId="{24D14318-1913-45F0-9329-213AE27F8FE5}" dt="2025-07-20T15:39:28.734" v="450" actId="1076"/>
          <ac:spMkLst>
            <pc:docMk/>
            <pc:sldMk cId="1842832735" sldId="262"/>
            <ac:spMk id="13" creationId="{0AA713E9-A45D-5E4E-7453-1B7D295CB5C5}"/>
          </ac:spMkLst>
        </pc:spChg>
        <pc:spChg chg="mod">
          <ac:chgData name="Osvaldo Luiz Santos Pereira" userId="c308351cf5a860c7" providerId="LiveId" clId="{24D14318-1913-45F0-9329-213AE27F8FE5}" dt="2025-07-20T15:40:13.643" v="469" actId="14100"/>
          <ac:spMkLst>
            <pc:docMk/>
            <pc:sldMk cId="1842832735" sldId="262"/>
            <ac:spMk id="14" creationId="{B4B354B0-FB3B-EB55-C656-7E5F1893A177}"/>
          </ac:spMkLst>
        </pc:spChg>
        <pc:picChg chg="add mod">
          <ac:chgData name="Osvaldo Luiz Santos Pereira" userId="c308351cf5a860c7" providerId="LiveId" clId="{24D14318-1913-45F0-9329-213AE27F8FE5}" dt="2025-07-20T15:41:02.650" v="491" actId="1037"/>
          <ac:picMkLst>
            <pc:docMk/>
            <pc:sldMk cId="1842832735" sldId="262"/>
            <ac:picMk id="2" creationId="{8BF9C825-1015-6643-6355-6BB5CF94A7A8}"/>
          </ac:picMkLst>
        </pc:picChg>
        <pc:picChg chg="add mod">
          <ac:chgData name="Osvaldo Luiz Santos Pereira" userId="c308351cf5a860c7" providerId="LiveId" clId="{24D14318-1913-45F0-9329-213AE27F8FE5}" dt="2025-07-20T15:40:53.688" v="484" actId="14100"/>
          <ac:picMkLst>
            <pc:docMk/>
            <pc:sldMk cId="1842832735" sldId="262"/>
            <ac:picMk id="15" creationId="{939F5F3B-5E1C-4810-A4ED-70269E61BA77}"/>
          </ac:picMkLst>
        </pc:picChg>
      </pc:sldChg>
      <pc:sldChg chg="del">
        <pc:chgData name="Osvaldo Luiz Santos Pereira" userId="c308351cf5a860c7" providerId="LiveId" clId="{24D14318-1913-45F0-9329-213AE27F8FE5}" dt="2025-07-20T14:21:58.384" v="6" actId="47"/>
        <pc:sldMkLst>
          <pc:docMk/>
          <pc:sldMk cId="35454892" sldId="263"/>
        </pc:sldMkLst>
      </pc:sldChg>
      <pc:sldChg chg="addSp modSp add mod modTransition">
        <pc:chgData name="Osvaldo Luiz Santos Pereira" userId="c308351cf5a860c7" providerId="LiveId" clId="{24D14318-1913-45F0-9329-213AE27F8FE5}" dt="2025-07-20T15:47:20.078" v="719"/>
        <pc:sldMkLst>
          <pc:docMk/>
          <pc:sldMk cId="513470262" sldId="263"/>
        </pc:sldMkLst>
        <pc:spChg chg="add mod">
          <ac:chgData name="Osvaldo Luiz Santos Pereira" userId="c308351cf5a860c7" providerId="LiveId" clId="{24D14318-1913-45F0-9329-213AE27F8FE5}" dt="2025-07-20T15:41:32.751" v="499" actId="14100"/>
          <ac:spMkLst>
            <pc:docMk/>
            <pc:sldMk cId="513470262" sldId="263"/>
            <ac:spMk id="2" creationId="{DAABF802-0958-04E8-3E6B-442CA534F225}"/>
          </ac:spMkLst>
        </pc:spChg>
        <pc:spChg chg="add mod">
          <ac:chgData name="Osvaldo Luiz Santos Pereira" userId="c308351cf5a860c7" providerId="LiveId" clId="{24D14318-1913-45F0-9329-213AE27F8FE5}" dt="2025-07-20T15:45:05.443" v="565" actId="1076"/>
          <ac:spMkLst>
            <pc:docMk/>
            <pc:sldMk cId="513470262" sldId="263"/>
            <ac:spMk id="6" creationId="{20F4543F-C056-8B84-C163-CA1586A93168}"/>
          </ac:spMkLst>
        </pc:spChg>
        <pc:spChg chg="add mod">
          <ac:chgData name="Osvaldo Luiz Santos Pereira" userId="c308351cf5a860c7" providerId="LiveId" clId="{24D14318-1913-45F0-9329-213AE27F8FE5}" dt="2025-07-20T15:45:23.648" v="569" actId="1076"/>
          <ac:spMkLst>
            <pc:docMk/>
            <pc:sldMk cId="513470262" sldId="263"/>
            <ac:spMk id="7" creationId="{2F4249C2-0A07-585C-19F6-7056ECE274AB}"/>
          </ac:spMkLst>
        </pc:spChg>
        <pc:spChg chg="add mod">
          <ac:chgData name="Osvaldo Luiz Santos Pereira" userId="c308351cf5a860c7" providerId="LiveId" clId="{24D14318-1913-45F0-9329-213AE27F8FE5}" dt="2025-07-20T15:45:19.598" v="568" actId="1076"/>
          <ac:spMkLst>
            <pc:docMk/>
            <pc:sldMk cId="513470262" sldId="263"/>
            <ac:spMk id="8" creationId="{43225569-C13E-C077-DD5D-E9C8C1729B10}"/>
          </ac:spMkLst>
        </pc:spChg>
        <pc:spChg chg="add mod">
          <ac:chgData name="Osvaldo Luiz Santos Pereira" userId="c308351cf5a860c7" providerId="LiveId" clId="{24D14318-1913-45F0-9329-213AE27F8FE5}" dt="2025-07-20T15:45:05.443" v="565" actId="1076"/>
          <ac:spMkLst>
            <pc:docMk/>
            <pc:sldMk cId="513470262" sldId="263"/>
            <ac:spMk id="9" creationId="{42BD9964-A251-31E3-4430-366F604F9CBF}"/>
          </ac:spMkLst>
        </pc:spChg>
        <pc:spChg chg="add mod">
          <ac:chgData name="Osvaldo Luiz Santos Pereira" userId="c308351cf5a860c7" providerId="LiveId" clId="{24D14318-1913-45F0-9329-213AE27F8FE5}" dt="2025-07-20T15:45:23.648" v="569" actId="1076"/>
          <ac:spMkLst>
            <pc:docMk/>
            <pc:sldMk cId="513470262" sldId="263"/>
            <ac:spMk id="10" creationId="{A96A7E9E-47DF-17A2-BB8E-1551CB9C3E96}"/>
          </ac:spMkLst>
        </pc:spChg>
        <pc:spChg chg="add mod">
          <ac:chgData name="Osvaldo Luiz Santos Pereira" userId="c308351cf5a860c7" providerId="LiveId" clId="{24D14318-1913-45F0-9329-213AE27F8FE5}" dt="2025-07-20T15:45:19.598" v="568" actId="1076"/>
          <ac:spMkLst>
            <pc:docMk/>
            <pc:sldMk cId="513470262" sldId="263"/>
            <ac:spMk id="11" creationId="{F821044E-5BC2-C90C-C14B-8CA274915E99}"/>
          </ac:spMkLst>
        </pc:spChg>
        <pc:spChg chg="add mod">
          <ac:chgData name="Osvaldo Luiz Santos Pereira" userId="c308351cf5a860c7" providerId="LiveId" clId="{24D14318-1913-45F0-9329-213AE27F8FE5}" dt="2025-07-20T15:45:27.126" v="570" actId="1076"/>
          <ac:spMkLst>
            <pc:docMk/>
            <pc:sldMk cId="513470262" sldId="263"/>
            <ac:spMk id="12" creationId="{0E0B4CDC-DA74-E8E2-B77F-1E9B15D90F96}"/>
          </ac:spMkLst>
        </pc:spChg>
        <pc:picChg chg="add mod">
          <ac:chgData name="Osvaldo Luiz Santos Pereira" userId="c308351cf5a860c7" providerId="LiveId" clId="{24D14318-1913-45F0-9329-213AE27F8FE5}" dt="2025-07-20T15:45:05.443" v="565" actId="1076"/>
          <ac:picMkLst>
            <pc:docMk/>
            <pc:sldMk cId="513470262" sldId="263"/>
            <ac:picMk id="3" creationId="{08C9E439-E977-ADB9-F00C-8F1DEB205612}"/>
          </ac:picMkLst>
        </pc:picChg>
        <pc:picChg chg="add mod">
          <ac:chgData name="Osvaldo Luiz Santos Pereira" userId="c308351cf5a860c7" providerId="LiveId" clId="{24D14318-1913-45F0-9329-213AE27F8FE5}" dt="2025-07-20T15:45:23.648" v="569" actId="1076"/>
          <ac:picMkLst>
            <pc:docMk/>
            <pc:sldMk cId="513470262" sldId="263"/>
            <ac:picMk id="4" creationId="{5E0B4C9A-7B20-B974-371A-86F88451BA1C}"/>
          </ac:picMkLst>
        </pc:picChg>
        <pc:picChg chg="add mod">
          <ac:chgData name="Osvaldo Luiz Santos Pereira" userId="c308351cf5a860c7" providerId="LiveId" clId="{24D14318-1913-45F0-9329-213AE27F8FE5}" dt="2025-07-20T15:45:19.598" v="568" actId="1076"/>
          <ac:picMkLst>
            <pc:docMk/>
            <pc:sldMk cId="513470262" sldId="263"/>
            <ac:picMk id="5" creationId="{507C1391-55A0-A478-25E8-C537F267B782}"/>
          </ac:picMkLst>
        </pc:picChg>
      </pc:sldChg>
      <pc:sldMasterChg chg="delSldLayout">
        <pc:chgData name="Osvaldo Luiz Santos Pereira" userId="c308351cf5a860c7" providerId="LiveId" clId="{24D14318-1913-45F0-9329-213AE27F8FE5}" dt="2025-07-20T14:21:59.640" v="9" actId="47"/>
        <pc:sldMasterMkLst>
          <pc:docMk/>
          <pc:sldMasterMk cId="2157337227" sldId="2147483674"/>
        </pc:sldMasterMkLst>
        <pc:sldLayoutChg chg="del">
          <pc:chgData name="Osvaldo Luiz Santos Pereira" userId="c308351cf5a860c7" providerId="LiveId" clId="{24D14318-1913-45F0-9329-213AE27F8FE5}" dt="2025-07-20T14:21:57.064" v="3" actId="47"/>
          <pc:sldLayoutMkLst>
            <pc:docMk/>
            <pc:sldMasterMk cId="2157337227" sldId="2147483674"/>
            <pc:sldLayoutMk cId="3723248941" sldId="2147483687"/>
          </pc:sldLayoutMkLst>
        </pc:sldLayoutChg>
        <pc:sldLayoutChg chg="del">
          <pc:chgData name="Osvaldo Luiz Santos Pereira" userId="c308351cf5a860c7" providerId="LiveId" clId="{24D14318-1913-45F0-9329-213AE27F8FE5}" dt="2025-07-20T14:21:58.384" v="6" actId="47"/>
          <pc:sldLayoutMkLst>
            <pc:docMk/>
            <pc:sldMasterMk cId="2157337227" sldId="2147483674"/>
            <pc:sldLayoutMk cId="3841427165" sldId="2147483688"/>
          </pc:sldLayoutMkLst>
        </pc:sldLayoutChg>
        <pc:sldLayoutChg chg="del">
          <pc:chgData name="Osvaldo Luiz Santos Pereira" userId="c308351cf5a860c7" providerId="LiveId" clId="{24D14318-1913-45F0-9329-213AE27F8FE5}" dt="2025-07-20T14:21:58.772" v="7" actId="47"/>
          <pc:sldLayoutMkLst>
            <pc:docMk/>
            <pc:sldMasterMk cId="2157337227" sldId="2147483674"/>
            <pc:sldLayoutMk cId="2095802071" sldId="2147483689"/>
          </pc:sldLayoutMkLst>
        </pc:sldLayoutChg>
        <pc:sldLayoutChg chg="del">
          <pc:chgData name="Osvaldo Luiz Santos Pereira" userId="c308351cf5a860c7" providerId="LiveId" clId="{24D14318-1913-45F0-9329-213AE27F8FE5}" dt="2025-07-20T14:21:59.204" v="8" actId="47"/>
          <pc:sldLayoutMkLst>
            <pc:docMk/>
            <pc:sldMasterMk cId="2157337227" sldId="2147483674"/>
            <pc:sldLayoutMk cId="556220214" sldId="2147483690"/>
          </pc:sldLayoutMkLst>
        </pc:sldLayoutChg>
        <pc:sldLayoutChg chg="del">
          <pc:chgData name="Osvaldo Luiz Santos Pereira" userId="c308351cf5a860c7" providerId="LiveId" clId="{24D14318-1913-45F0-9329-213AE27F8FE5}" dt="2025-07-20T14:21:59.640" v="9" actId="47"/>
          <pc:sldLayoutMkLst>
            <pc:docMk/>
            <pc:sldMasterMk cId="2157337227" sldId="2147483674"/>
            <pc:sldLayoutMk cId="2370866847" sldId="214748369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6AC5-1049-C98B-EB0A-CFC8C17F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B2E44-7A6F-602F-1047-4B104204C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C75A3-7FB0-6170-B3D7-997A12731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C06A4-A69D-9103-47BF-4324DDD784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3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BD83C-DA26-F108-5A5A-D1E72148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8F221-FAFD-0EF4-009A-6210FB4A5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DAFBA-0E5A-71F4-7552-26E8CFA4D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93656-04F5-C231-AF46-3BA5BD39F1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6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DA62-0942-BDE5-FB3A-9F0B21DA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CA015-86E5-0ED6-BD9D-93A857997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64807-C0E1-D6A6-45C2-FA052671A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1C8F8-C232-A241-3C65-6BA3F8225A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29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66DA-9CB6-39C4-E21A-D1ECEF437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812D0-C03A-642B-228C-5E9CFB669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B1041-1A59-257C-9709-B1668A723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0E12-B79A-F54F-0846-0899C8621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1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F3E2-7F0C-B5DF-8631-E0E46CC6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9E69C-155E-D272-927B-0E3DC055F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7D99B-2066-8A82-6448-DD8412A92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44028-A595-7367-311C-127EF1158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65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A5C1-EE49-3723-AD94-4B87EA09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E981B-3993-42D7-DAE1-3A5A05448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8716F-4F8B-72D0-4977-49B5FA90C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7187C-B7DA-0315-5D9D-EAB199326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23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DE37-E518-ABC4-D6FC-66AAC957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DBCD-21E6-335E-AD76-FDB0CFD54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D3FF5C-D6DB-C1CD-4DAF-C5B906BBA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6978-9D2B-FF29-E194-04970D167F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7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4792"/>
            <a:ext cx="5829300" cy="424351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1956"/>
            <a:ext cx="5143500" cy="294281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069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9812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8745"/>
            <a:ext cx="5915025" cy="507021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6923"/>
            <a:ext cx="5915025" cy="266630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5633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4711"/>
            <a:ext cx="2914650" cy="773369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4711"/>
            <a:ext cx="2914650" cy="773369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5847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8945"/>
            <a:ext cx="5915025" cy="23559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7956"/>
            <a:ext cx="2901255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2307"/>
            <a:ext cx="2901255" cy="65486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7956"/>
            <a:ext cx="2915543" cy="14643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2307"/>
            <a:ext cx="2915543" cy="65486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76600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881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376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4968"/>
            <a:ext cx="3471863" cy="866196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4263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588"/>
            <a:ext cx="2211884" cy="28440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4968"/>
            <a:ext cx="3471863" cy="866196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6647"/>
            <a:ext cx="2211884" cy="677439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617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514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8942"/>
            <a:ext cx="1478756" cy="1032946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8942"/>
            <a:ext cx="4350544" cy="1032946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6996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19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8945"/>
            <a:ext cx="5915025" cy="235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4711"/>
            <a:ext cx="5915025" cy="77336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297238"/>
            <a:ext cx="2314575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297238"/>
            <a:ext cx="1543050" cy="6489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3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DD7EFEE-691D-999F-4D70-EF7E758BD9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03"/>
          <a:stretch>
            <a:fillRect/>
          </a:stretch>
        </p:blipFill>
        <p:spPr>
          <a:xfrm>
            <a:off x="0" y="3753853"/>
            <a:ext cx="6858000" cy="8434972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B15B2AC-A140-BE4E-5F34-C846ECA01909}"/>
              </a:ext>
            </a:extLst>
          </p:cNvPr>
          <p:cNvSpPr/>
          <p:nvPr/>
        </p:nvSpPr>
        <p:spPr>
          <a:xfrm>
            <a:off x="144378" y="99732"/>
            <a:ext cx="6260432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</a:p>
          <a:p>
            <a:pPr algn="ctr"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Desafiando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barreiras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clássicas</a:t>
            </a:r>
            <a:endParaRPr lang="en-US" sz="3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C28AB67-3559-4858-4226-927B1C846B8E}"/>
              </a:ext>
            </a:extLst>
          </p:cNvPr>
          <p:cNvSpPr/>
          <p:nvPr/>
        </p:nvSpPr>
        <p:spPr>
          <a:xfrm>
            <a:off x="144378" y="1138990"/>
            <a:ext cx="6613357" cy="195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endParaRPr lang="pt-BR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ts val="1625"/>
              </a:lnSpc>
            </a:pP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Bem-vindo a uma exploração de um dos fenômenos mais fascinantes da mecânica quântica: o tunelamento quântico. Nesta apresentação, vamos examinar como partículas podem atravessar barreiras que seriam impossíveis segundo a física clássica e descobrir os fundamentos matemáticos e as aplicações reais desse comportamento contraintuitivo.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7FD18-E174-BF33-FEC9-50862FC0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08D0F6-F2ED-1D80-4600-B7A8D48752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83" b="16153"/>
          <a:stretch>
            <a:fillRect/>
          </a:stretch>
        </p:blipFill>
        <p:spPr bwMode="auto">
          <a:xfrm>
            <a:off x="0" y="4878352"/>
            <a:ext cx="6858000" cy="7310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673BF31-57D9-409B-6ADB-69C0183776F0}"/>
              </a:ext>
            </a:extLst>
          </p:cNvPr>
          <p:cNvSpPr/>
          <p:nvPr/>
        </p:nvSpPr>
        <p:spPr>
          <a:xfrm>
            <a:off x="834190" y="170169"/>
            <a:ext cx="5568773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Fundamentos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Matemáticos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Equação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Schrödinger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E5F20079-EA34-B8C8-65EC-76B3C37A9F47}"/>
                  </a:ext>
                </a:extLst>
              </p:cNvPr>
              <p:cNvSpPr/>
              <p:nvPr/>
            </p:nvSpPr>
            <p:spPr>
              <a:xfrm>
                <a:off x="158500" y="2044268"/>
                <a:ext cx="6699500" cy="243907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pt-BR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equação de </a:t>
                </a:r>
                <a:r>
                  <a:rPr lang="pt-BR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Schrödinger</a:t>
                </a:r>
                <a:r>
                  <a:rPr lang="pt-BR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dependente do tempo apresentada acima rege a evolução dos pacotes de onda quânticos. Essa equação fundamental descreve como um estado quântico varia ao longo do tempo, incorporando tanto a energia cinética (o termo derivativo) quanto a energia potencial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endParaRPr lang="pt-BR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pt-BR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Para um pacote de onda </a:t>
                </a:r>
                <a14:m>
                  <m:oMath xmlns:m="http://schemas.openxmlformats.org/officeDocument/2006/math"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inicialmente localizado no espaço, essa equação prevê com precisão como a amplitude de probabilidade se espalhará e interagirá com barreiras de potencial de maneiras que desafiam nossa intuição clássica.</a:t>
                </a:r>
                <a:endParaRPr lang="en-US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4" name="Text 2">
                <a:extLst>
                  <a:ext uri="{FF2B5EF4-FFF2-40B4-BE49-F238E27FC236}">
                    <a16:creationId xmlns:a16="http://schemas.microsoft.com/office/drawing/2014/main" id="{E5F20079-EA34-B8C8-65EC-76B3C37A9F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00" y="2044268"/>
                <a:ext cx="6699500" cy="2439078"/>
              </a:xfrm>
              <a:prstGeom prst="rect">
                <a:avLst/>
              </a:prstGeom>
              <a:blipFill>
                <a:blip r:embed="rId4"/>
                <a:stretch>
                  <a:fillRect l="-2093" t="-3250" r="-2275" b="-185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B2A76A7-7E59-AE7B-D3DC-6A3EA42E3C97}"/>
                  </a:ext>
                </a:extLst>
              </p:cNvPr>
              <p:cNvSpPr txBox="1"/>
              <p:nvPr/>
            </p:nvSpPr>
            <p:spPr>
              <a:xfrm>
                <a:off x="741275" y="1073919"/>
                <a:ext cx="5308761" cy="83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𝜕𝜓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B2A76A7-7E59-AE7B-D3DC-6A3EA42E3C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75" y="1073919"/>
                <a:ext cx="5308761" cy="8333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51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4A7D-3D81-E1D8-E649-50F61C75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F96A06-E2F9-3EA6-FAE4-0D38151344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3" r="14013"/>
          <a:stretch>
            <a:fillRect/>
          </a:stretch>
        </p:blipFill>
        <p:spPr bwMode="auto">
          <a:xfrm>
            <a:off x="683554" y="6229538"/>
            <a:ext cx="5490891" cy="509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7409674F-1219-5CE0-9398-F31DB4F6BB80}"/>
              </a:ext>
            </a:extLst>
          </p:cNvPr>
          <p:cNvSpPr/>
          <p:nvPr/>
        </p:nvSpPr>
        <p:spPr>
          <a:xfrm>
            <a:off x="683554" y="11405214"/>
            <a:ext cx="5490891" cy="61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cria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três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regiões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distintas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sendo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uma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entre duas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regiões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qual 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se 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encontra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livre,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desafiando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função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 ser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refletida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transmitida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através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região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II que é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classicamente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proibida</a:t>
            </a:r>
            <a:endParaRPr lang="en-US" sz="14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077010F-53FE-B4AA-85C7-D3BCF4268432}"/>
              </a:ext>
            </a:extLst>
          </p:cNvPr>
          <p:cNvSpPr/>
          <p:nvPr/>
        </p:nvSpPr>
        <p:spPr>
          <a:xfrm>
            <a:off x="437270" y="213276"/>
            <a:ext cx="3596582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Barreira de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Potencial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Degrau</a:t>
            </a:r>
            <a:endParaRPr lang="en-US" sz="3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507BA91-9528-FBF5-ED93-11A1D1DD3175}"/>
              </a:ext>
            </a:extLst>
          </p:cNvPr>
          <p:cNvSpPr/>
          <p:nvPr/>
        </p:nvSpPr>
        <p:spPr>
          <a:xfrm>
            <a:off x="244655" y="697298"/>
            <a:ext cx="6319917" cy="42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pacote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está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inicialmente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localizado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no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lado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esquerdo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matematicamente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seguinte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forma:</a:t>
            </a:r>
            <a:endParaRPr lang="en-US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E432904-759E-3D28-DA2D-F33B736CAE0F}"/>
              </a:ext>
            </a:extLst>
          </p:cNvPr>
          <p:cNvSpPr/>
          <p:nvPr/>
        </p:nvSpPr>
        <p:spPr>
          <a:xfrm>
            <a:off x="1513288" y="1237135"/>
            <a:ext cx="4057650" cy="402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endParaRPr lang="en-US" sz="844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A503FC7-5A2C-D86D-922A-7CC257435C8B}"/>
                  </a:ext>
                </a:extLst>
              </p:cNvPr>
              <p:cNvSpPr txBox="1"/>
              <p:nvPr/>
            </p:nvSpPr>
            <p:spPr>
              <a:xfrm>
                <a:off x="2112492" y="1285739"/>
                <a:ext cx="2284856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≥0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A503FC7-5A2C-D86D-922A-7CC257435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492" y="1285739"/>
                <a:ext cx="2284856" cy="617861"/>
              </a:xfrm>
              <a:prstGeom prst="rect">
                <a:avLst/>
              </a:prstGeom>
              <a:blipFill>
                <a:blip r:embed="rId4"/>
                <a:stretch>
                  <a:fillRect b="-9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937FF038-8C3E-F632-ABFB-9AFA85E1A28A}"/>
                  </a:ext>
                </a:extLst>
              </p:cNvPr>
              <p:cNvSpPr/>
              <p:nvPr/>
            </p:nvSpPr>
            <p:spPr>
              <a:xfrm>
                <a:off x="244655" y="2048009"/>
                <a:ext cx="6319917" cy="196403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acima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descreve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um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salto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repentino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energia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posição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rgbClr val="D6E5EF"/>
                        </a:solidFill>
                        <a:latin typeface="Cambria Math" panose="02040503050406030204" pitchFamily="18" charset="0"/>
                        <a:ea typeface="Source Sans Pro" pitchFamily="34" charset="-122"/>
                        <a:cs typeface="Source Sans Pro" pitchFamily="34" charset="-120"/>
                      </a:rPr>
                      <m:t>𝑥</m:t>
                    </m:r>
                    <m:r>
                      <a:rPr lang="pt-BR" sz="1400" i="1">
                        <a:solidFill>
                          <a:srgbClr val="D6E5EF"/>
                        </a:solidFill>
                        <a:latin typeface="Cambria Math" panose="02040503050406030204" pitchFamily="18" charset="0"/>
                        <a:ea typeface="Source Sans Pro" pitchFamily="34" charset="-122"/>
                        <a:cs typeface="Source Sans Pro" pitchFamily="34" charset="-120"/>
                      </a:rPr>
                      <m:t>=0</m:t>
                    </m:r>
                  </m:oMath>
                </a14:m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Em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física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clássica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com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energia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seria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completamente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refletida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pela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sendo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incapaz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atravessar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até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o outro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lado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endParaRPr lang="en-US" sz="1400" dirty="0"/>
              </a:p>
              <a:p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cria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duas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regiões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espaciais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endPara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4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b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&lt;0)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propagação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livre,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igual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zero. Uma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comporta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livre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sendo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tipicamente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descrita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pela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superposição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ondas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planas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937FF038-8C3E-F632-ABFB-9AFA85E1A2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55" y="2048009"/>
                <a:ext cx="6319917" cy="1964035"/>
              </a:xfrm>
              <a:prstGeom prst="rect">
                <a:avLst/>
              </a:prstGeom>
              <a:blipFill>
                <a:blip r:embed="rId5"/>
                <a:stretch>
                  <a:fillRect l="-1736" t="-2795" r="-771" b="-3416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7EF717-0CFB-93F8-DC56-D5FB93A84519}"/>
                  </a:ext>
                </a:extLst>
              </p:cNvPr>
              <p:cNvSpPr txBox="1"/>
              <p:nvPr/>
            </p:nvSpPr>
            <p:spPr>
              <a:xfrm>
                <a:off x="2112492" y="4156453"/>
                <a:ext cx="2321212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𝑖𝑘𝑥</m:t>
                          </m:r>
                        </m:sup>
                      </m:sSup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7EF717-0CFB-93F8-DC56-D5FB93A84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492" y="4156453"/>
                <a:ext cx="2321212" cy="285912"/>
              </a:xfrm>
              <a:prstGeom prst="rect">
                <a:avLst/>
              </a:prstGeom>
              <a:blipFill>
                <a:blip r:embed="rId6"/>
                <a:stretch>
                  <a:fillRect l="-3158" b="-34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B603F141-F0DD-60D9-4FEA-BAF67EEDAD95}"/>
                  </a:ext>
                </a:extLst>
              </p:cNvPr>
              <p:cNvSpPr/>
              <p:nvPr/>
            </p:nvSpPr>
            <p:spPr>
              <a:xfrm>
                <a:off x="244655" y="4775035"/>
                <a:ext cx="6319917" cy="137823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sendo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constante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incidente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𝐵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constante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refletida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endParaRPr lang="en-US" sz="14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4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b="1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≥0)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com 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degrau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encontra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 A forma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depende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energua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total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em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relação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à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</a:t>
                </a:r>
              </a:p>
            </p:txBody>
          </p:sp>
        </mc:Choice>
        <mc:Fallback xmlns="">
          <p:sp>
            <p:nvSpPr>
              <p:cNvPr id="11" name="Text 3">
                <a:extLst>
                  <a:ext uri="{FF2B5EF4-FFF2-40B4-BE49-F238E27FC236}">
                    <a16:creationId xmlns:a16="http://schemas.microsoft.com/office/drawing/2014/main" id="{B603F141-F0DD-60D9-4FEA-BAF67EEDA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55" y="4775035"/>
                <a:ext cx="6319917" cy="1378239"/>
              </a:xfrm>
              <a:prstGeom prst="rect">
                <a:avLst/>
              </a:prstGeom>
              <a:blipFill>
                <a:blip r:embed="rId7"/>
                <a:stretch>
                  <a:fillRect l="-1736" t="-3982" r="-771" b="-132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36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7000"/>
    </mc:Choice>
    <mc:Fallback xmlns="">
      <p:transition spd="slow" advClick="0" advTm="3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68CA-40B3-4046-211A-C3EEF73D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38B82D90-96DC-D5BC-11B9-82313CA61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37" y="5086623"/>
            <a:ext cx="5967663" cy="5967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D5A267A0-B6B0-5020-D8F7-C1F13C7E2481}"/>
              </a:ext>
            </a:extLst>
          </p:cNvPr>
          <p:cNvSpPr/>
          <p:nvPr/>
        </p:nvSpPr>
        <p:spPr>
          <a:xfrm>
            <a:off x="433138" y="11166580"/>
            <a:ext cx="6162654" cy="1134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pt-BR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Na física clássica, uma partícula precisa vencer uma barreira de energia, como empurrar uma pedra morro acima. No entanto, na física quântica, partículas podem "atravessar" a barreira por tunelamento, mesmo sem energia suficiente para superá-la. Esta visualização destaca o contraste entre o esforço clássico e a probabilidade quântica.</a:t>
            </a:r>
            <a:endParaRPr lang="en-US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C047603-DD6C-4B44-28C6-5F05F1DF4714}"/>
              </a:ext>
            </a:extLst>
          </p:cNvPr>
          <p:cNvSpPr/>
          <p:nvPr/>
        </p:nvSpPr>
        <p:spPr>
          <a:xfrm>
            <a:off x="628129" y="270943"/>
            <a:ext cx="2800871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Visão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A6292570-0748-5443-9119-7F9C6D1BBA56}"/>
                  </a:ext>
                </a:extLst>
              </p:cNvPr>
              <p:cNvSpPr/>
              <p:nvPr/>
            </p:nvSpPr>
            <p:spPr>
              <a:xfrm>
                <a:off x="192505" y="802522"/>
                <a:ext cx="5967663" cy="40764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endParaRPr lang="en-US" sz="2000" b="1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24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Classicamente</a:t>
                </a:r>
                <a:r>
                  <a:rPr lang="en-US" sz="2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com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consegue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penetrar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porque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seria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totalmente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refletida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pela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já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possui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suficiente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para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atravessar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2400" b="1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Quanticamente</a:t>
                </a:r>
                <a:endParaRPr lang="en-US" sz="2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situação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diferente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devido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caráter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dual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partícula-onda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ocorre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mecânica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equação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Schrödinger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requer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tanto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derivada</a:t>
                </a:r>
                <a:endParaRPr lang="en-US" sz="16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>
                  <a:lnSpc>
                    <a:spcPts val="1219"/>
                  </a:lnSpc>
                </a:pP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sejam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contínuas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em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Essa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condição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continuidade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leva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diretamente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amplitude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II,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mesmo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quando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energia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menor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que 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altura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6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degrau</a:t>
                </a:r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​.</a:t>
                </a:r>
              </a:p>
            </p:txBody>
          </p:sp>
        </mc:Choice>
        <mc:Fallback xmlns="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A6292570-0748-5443-9119-7F9C6D1BBA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" y="802522"/>
                <a:ext cx="5967663" cy="4076468"/>
              </a:xfrm>
              <a:prstGeom prst="rect">
                <a:avLst/>
              </a:prstGeom>
              <a:blipFill>
                <a:blip r:embed="rId4"/>
                <a:stretch>
                  <a:fillRect l="-3166" t="-2844" r="-1839" b="-4491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1B252AF-C66A-04BE-A2C6-77A574EE8E89}"/>
                  </a:ext>
                </a:extLst>
              </p:cNvPr>
              <p:cNvSpPr txBox="1"/>
              <p:nvPr/>
            </p:nvSpPr>
            <p:spPr>
              <a:xfrm>
                <a:off x="890336" y="3375932"/>
                <a:ext cx="4572000" cy="6738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algn="ctr"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algn="ctr">
                  <a:lnSpc>
                    <a:spcPts val="1219"/>
                  </a:lnSpc>
                </a:pP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  <m:r>
                          <a:rPr lang="pt-B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pt-BR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1B252AF-C66A-04BE-A2C6-77A574EE8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36" y="3375932"/>
                <a:ext cx="4572000" cy="673839"/>
              </a:xfrm>
              <a:prstGeom prst="rect">
                <a:avLst/>
              </a:prstGeom>
              <a:blipFill>
                <a:blip r:embed="rId5"/>
                <a:stretch>
                  <a:fillRect t="-2727" b="-1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37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2000"/>
    </mc:Choice>
    <mc:Fallback xmlns="">
      <p:transition spd="slow" advClick="0" advTm="3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DAB59-17DE-E7D8-C6C6-7A5C14F4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F26988A-4A66-BF7C-7841-994ACAA4A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11" b="31455"/>
          <a:stretch>
            <a:fillRect/>
          </a:stretch>
        </p:blipFill>
        <p:spPr>
          <a:xfrm>
            <a:off x="405410" y="5654163"/>
            <a:ext cx="5931222" cy="50653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4">
                <a:extLst>
                  <a:ext uri="{FF2B5EF4-FFF2-40B4-BE49-F238E27FC236}">
                    <a16:creationId xmlns:a16="http://schemas.microsoft.com/office/drawing/2014/main" id="{77A85C0B-2B42-E21D-0E89-BC0092FEC949}"/>
                  </a:ext>
                </a:extLst>
              </p:cNvPr>
              <p:cNvSpPr/>
              <p:nvPr/>
            </p:nvSpPr>
            <p:spPr>
              <a:xfrm>
                <a:off x="405411" y="10814221"/>
                <a:ext cx="6123726" cy="125636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400" dirty="0" err="1">
                    <a:solidFill>
                      <a:schemeClr val="bg1"/>
                    </a:solidFill>
                  </a:rPr>
                  <a:t>Tunelamento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quântico</a:t>
                </a:r>
                <a:r>
                  <a:rPr lang="en-US" sz="1400" dirty="0">
                    <a:solidFill>
                      <a:schemeClr val="bg1"/>
                    </a:solidFill>
                  </a:rPr>
                  <a:t>: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função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da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encontra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uma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barreira</a:t>
                </a:r>
                <a:r>
                  <a:rPr lang="en-US" sz="14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degrau</a:t>
                </a:r>
                <a:r>
                  <a:rPr lang="en-US" sz="1400" dirty="0">
                    <a:solidFill>
                      <a:schemeClr val="bg1"/>
                    </a:solidFill>
                  </a:rPr>
                  <a:t> com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altura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​. Na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física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clássica</a:t>
                </a:r>
                <a:r>
                  <a:rPr lang="en-US" sz="1400" dirty="0">
                    <a:solidFill>
                      <a:schemeClr val="bg1"/>
                    </a:solidFill>
                  </a:rPr>
                  <a:t>,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</a:rPr>
                  <a:t> com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seria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totalmente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refletida</a:t>
                </a:r>
                <a:r>
                  <a:rPr lang="en-US" sz="1400" dirty="0">
                    <a:solidFill>
                      <a:schemeClr val="bg1"/>
                    </a:solidFill>
                  </a:rPr>
                  <a:t> pela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barreira</a:t>
                </a:r>
                <a:r>
                  <a:rPr lang="en-US" sz="1400" dirty="0">
                    <a:solidFill>
                      <a:schemeClr val="bg1"/>
                    </a:solidFill>
                  </a:rPr>
                  <a:t>, mas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mecânica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quântica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400" dirty="0">
                    <a:solidFill>
                      <a:schemeClr val="bg1"/>
                    </a:solidFill>
                  </a:rPr>
                  <a:t> da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função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penetra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II,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400" dirty="0">
                    <a:solidFill>
                      <a:schemeClr val="bg1"/>
                    </a:solidFill>
                  </a:rPr>
                  <a:t> é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refletida</a:t>
                </a:r>
                <a:r>
                  <a:rPr lang="en-US" sz="1400" dirty="0">
                    <a:solidFill>
                      <a:schemeClr val="bg1"/>
                    </a:solidFill>
                  </a:rPr>
                  <a:t> para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I, 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parte</a:t>
                </a:r>
                <a:r>
                  <a:rPr lang="en-US" sz="1400" dirty="0">
                    <a:solidFill>
                      <a:schemeClr val="bg1"/>
                    </a:solidFill>
                  </a:rPr>
                  <a:t> é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transmitida</a:t>
                </a:r>
                <a:r>
                  <a:rPr lang="en-US" sz="1400" dirty="0">
                    <a:solidFill>
                      <a:schemeClr val="bg1"/>
                    </a:solidFill>
                  </a:rPr>
                  <a:t> para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III. O comportment é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oscilatório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nas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Regiões</a:t>
                </a:r>
                <a:r>
                  <a:rPr lang="en-US" sz="1400" dirty="0">
                    <a:solidFill>
                      <a:schemeClr val="bg1"/>
                    </a:solidFill>
                  </a:rPr>
                  <a:t> I e III,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enquanto</a:t>
                </a:r>
                <a:r>
                  <a:rPr lang="en-US" sz="1400" dirty="0">
                    <a:solidFill>
                      <a:schemeClr val="bg1"/>
                    </a:solidFill>
                  </a:rPr>
                  <a:t> que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Reigão</a:t>
                </a:r>
                <a:r>
                  <a:rPr lang="en-US" sz="1400" dirty="0">
                    <a:solidFill>
                      <a:schemeClr val="bg1"/>
                    </a:solidFill>
                  </a:rPr>
                  <a:t> III o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comportamento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decai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exponencialmente</a:t>
                </a:r>
                <a:r>
                  <a:rPr lang="en-US" sz="1400" dirty="0">
                    <a:solidFill>
                      <a:schemeClr val="bg1"/>
                    </a:solidFill>
                  </a:rPr>
                  <a:t>. Esse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efeito</a:t>
                </a:r>
                <a:r>
                  <a:rPr lang="en-US" sz="1400" dirty="0">
                    <a:solidFill>
                      <a:schemeClr val="bg1"/>
                    </a:solidFill>
                  </a:rPr>
                  <a:t> contra-intuitive é 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chave</a:t>
                </a:r>
                <a:r>
                  <a:rPr lang="en-US" sz="1400" dirty="0">
                    <a:solidFill>
                      <a:schemeClr val="bg1"/>
                    </a:solidFill>
                  </a:rPr>
                  <a:t> para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aplicações</a:t>
                </a:r>
                <a:r>
                  <a:rPr lang="en-US" sz="1400" dirty="0">
                    <a:solidFill>
                      <a:schemeClr val="bg1"/>
                    </a:solidFill>
                  </a:rPr>
                  <a:t> no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mundo</a:t>
                </a:r>
                <a:r>
                  <a:rPr lang="en-US" sz="1400" dirty="0">
                    <a:solidFill>
                      <a:schemeClr val="bg1"/>
                    </a:solidFill>
                  </a:rPr>
                  <a:t> real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como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diodos</a:t>
                </a:r>
                <a:r>
                  <a:rPr lang="en-US" sz="1400" dirty="0">
                    <a:solidFill>
                      <a:schemeClr val="bg1"/>
                    </a:solidFill>
                  </a:rPr>
                  <a:t> 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computadores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quânticos</a:t>
                </a:r>
                <a:r>
                  <a:rPr lang="en-US" sz="1400" dirty="0">
                    <a:solidFill>
                      <a:schemeClr val="bg1"/>
                    </a:solidFill>
                  </a:rPr>
                  <a:t> e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até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mesmo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processos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</a:rPr>
                  <a:t>estelares</a:t>
                </a:r>
                <a:r>
                  <a:rPr lang="en-US" sz="1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 4">
                <a:extLst>
                  <a:ext uri="{FF2B5EF4-FFF2-40B4-BE49-F238E27FC236}">
                    <a16:creationId xmlns:a16="http://schemas.microsoft.com/office/drawing/2014/main" id="{77A85C0B-2B42-E21D-0E89-BC0092FEC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11" y="10814221"/>
                <a:ext cx="6123726" cy="1256365"/>
              </a:xfrm>
              <a:prstGeom prst="rect">
                <a:avLst/>
              </a:prstGeom>
              <a:blipFill>
                <a:blip r:embed="rId4"/>
                <a:stretch>
                  <a:fillRect l="-1793" t="-8252" r="-1693" b="-6796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0">
            <a:extLst>
              <a:ext uri="{FF2B5EF4-FFF2-40B4-BE49-F238E27FC236}">
                <a16:creationId xmlns:a16="http://schemas.microsoft.com/office/drawing/2014/main" id="{7B400074-5637-30C7-6BD9-9B3D72ED0500}"/>
              </a:ext>
            </a:extLst>
          </p:cNvPr>
          <p:cNvSpPr/>
          <p:nvPr/>
        </p:nvSpPr>
        <p:spPr>
          <a:xfrm>
            <a:off x="286402" y="270943"/>
            <a:ext cx="3733944" cy="28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8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Comportamento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5B1DBA45-FF42-3BAA-5F43-CA2F8061BB37}"/>
                  </a:ext>
                </a:extLst>
              </p:cNvPr>
              <p:cNvSpPr/>
              <p:nvPr/>
            </p:nvSpPr>
            <p:spPr>
              <a:xfrm>
                <a:off x="192505" y="917457"/>
                <a:ext cx="6336632" cy="35361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219"/>
                  </a:lnSpc>
                </a:pP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pt-BR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II decai exponencialmente</a:t>
                </a: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5" name="Text 1">
                <a:extLst>
                  <a:ext uri="{FF2B5EF4-FFF2-40B4-BE49-F238E27FC236}">
                    <a16:creationId xmlns:a16="http://schemas.microsoft.com/office/drawing/2014/main" id="{5B1DBA45-FF42-3BAA-5F43-CA2F8061BB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5" y="917457"/>
                <a:ext cx="6336632" cy="353614"/>
              </a:xfrm>
              <a:prstGeom prst="rect">
                <a:avLst/>
              </a:prstGeom>
              <a:blipFill>
                <a:blip r:embed="rId5"/>
                <a:stretch>
                  <a:fillRect l="-1732" t="-31034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1C997F8-4F8B-EA2B-F0E5-7BC09091230B}"/>
                  </a:ext>
                </a:extLst>
              </p:cNvPr>
              <p:cNvSpPr txBox="1"/>
              <p:nvPr/>
            </p:nvSpPr>
            <p:spPr>
              <a:xfrm>
                <a:off x="2691675" y="1271071"/>
                <a:ext cx="1620059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1C997F8-4F8B-EA2B-F0E5-7BC090912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675" y="1271071"/>
                <a:ext cx="1620059" cy="285912"/>
              </a:xfrm>
              <a:prstGeom prst="rect">
                <a:avLst/>
              </a:prstGeom>
              <a:blipFill>
                <a:blip r:embed="rId6"/>
                <a:stretch>
                  <a:fillRect l="-6792" t="-28261" r="-4151" b="-478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F362962-2C14-D931-9F2E-EB7B865A3E74}"/>
                  </a:ext>
                </a:extLst>
              </p:cNvPr>
              <p:cNvSpPr txBox="1"/>
              <p:nvPr/>
            </p:nvSpPr>
            <p:spPr>
              <a:xfrm>
                <a:off x="2583835" y="2010643"/>
                <a:ext cx="1825500" cy="59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num>
                        <m:den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F362962-2C14-D931-9F2E-EB7B865A3E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35" y="2010643"/>
                <a:ext cx="1825500" cy="594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1">
            <a:extLst>
              <a:ext uri="{FF2B5EF4-FFF2-40B4-BE49-F238E27FC236}">
                <a16:creationId xmlns:a16="http://schemas.microsoft.com/office/drawing/2014/main" id="{9631291E-3102-CF3B-51E1-62F5529959EA}"/>
              </a:ext>
            </a:extLst>
          </p:cNvPr>
          <p:cNvSpPr/>
          <p:nvPr/>
        </p:nvSpPr>
        <p:spPr>
          <a:xfrm>
            <a:off x="195076" y="1710835"/>
            <a:ext cx="3733944" cy="21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pt-BR" sz="1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sendo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F99D912B-8A76-BAD0-A3C4-DB598664C67D}"/>
                  </a:ext>
                </a:extLst>
              </p:cNvPr>
              <p:cNvSpPr/>
              <p:nvPr/>
            </p:nvSpPr>
            <p:spPr>
              <a:xfrm>
                <a:off x="192504" y="2839468"/>
                <a:ext cx="6545179" cy="8729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Essa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solução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representa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tunelamento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quântica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no qual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existe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uma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probabilidade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partícula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ser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encontrada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fora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barreira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tanto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quanto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III, 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dentro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potencial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é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nulo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classicamente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proibida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</a:t>
                </a:r>
              </a:p>
              <a:p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pt-BR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pt-BR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​, a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função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de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onda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Região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II se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torna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oscilatória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1400" dirty="0" err="1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novamente</a:t>
                </a:r>
                <a:r>
                  <a:rPr lang="en-US" sz="1400" dirty="0">
                    <a:solidFill>
                      <a:schemeClr val="bg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pPr>
                  <a:lnSpc>
                    <a:spcPts val="1219"/>
                  </a:lnSpc>
                </a:pPr>
                <a:endParaRPr lang="en-US" sz="1400" dirty="0">
                  <a:solidFill>
                    <a:schemeClr val="bg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9" name="Text 1">
                <a:extLst>
                  <a:ext uri="{FF2B5EF4-FFF2-40B4-BE49-F238E27FC236}">
                    <a16:creationId xmlns:a16="http://schemas.microsoft.com/office/drawing/2014/main" id="{F99D912B-8A76-BAD0-A3C4-DB598664C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04" y="2839468"/>
                <a:ext cx="6545179" cy="872917"/>
              </a:xfrm>
              <a:prstGeom prst="rect">
                <a:avLst/>
              </a:prstGeom>
              <a:blipFill>
                <a:blip r:embed="rId8"/>
                <a:stretch>
                  <a:fillRect l="-1678" t="-6294" r="-1118" b="-6014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564BD57-D233-4913-5CA8-5D4ECF973FBE}"/>
                  </a:ext>
                </a:extLst>
              </p:cNvPr>
              <p:cNvSpPr txBox="1"/>
              <p:nvPr/>
            </p:nvSpPr>
            <p:spPr>
              <a:xfrm>
                <a:off x="2691675" y="4288279"/>
                <a:ext cx="2462725" cy="285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𝑖𝑞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𝑖𝑞𝑥</m:t>
                        </m:r>
                      </m:sup>
                    </m:sSup>
                  </m:oMath>
                </a14:m>
                <a:r>
                  <a:rPr lang="pt-BR" dirty="0">
                    <a:solidFill>
                      <a:schemeClr val="bg1"/>
                    </a:solidFill>
                  </a:rPr>
                  <a:t>,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564BD57-D233-4913-5CA8-5D4ECF973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675" y="4288279"/>
                <a:ext cx="2462725" cy="285912"/>
              </a:xfrm>
              <a:prstGeom prst="rect">
                <a:avLst/>
              </a:prstGeom>
              <a:blipFill>
                <a:blip r:embed="rId9"/>
                <a:stretch>
                  <a:fillRect l="-4455" t="-23404" r="-4703" b="-510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1">
            <a:extLst>
              <a:ext uri="{FF2B5EF4-FFF2-40B4-BE49-F238E27FC236}">
                <a16:creationId xmlns:a16="http://schemas.microsoft.com/office/drawing/2014/main" id="{40D14F7A-0B14-E14B-2BF9-14DF13CE4C61}"/>
              </a:ext>
            </a:extLst>
          </p:cNvPr>
          <p:cNvSpPr/>
          <p:nvPr/>
        </p:nvSpPr>
        <p:spPr>
          <a:xfrm>
            <a:off x="195076" y="4670656"/>
            <a:ext cx="3733944" cy="21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19"/>
              </a:lnSpc>
            </a:pPr>
            <a:r>
              <a:rPr lang="pt-BR" sz="1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sendo</a:t>
            </a:r>
            <a:endParaRPr lang="en-US" sz="1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60BDB10-A873-7317-66A1-CD05DBD08CAF}"/>
                  </a:ext>
                </a:extLst>
              </p:cNvPr>
              <p:cNvSpPr txBox="1"/>
              <p:nvPr/>
            </p:nvSpPr>
            <p:spPr>
              <a:xfrm>
                <a:off x="2583835" y="4857117"/>
                <a:ext cx="1825500" cy="594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pt-B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num>
                        <m:den>
                          <m:r>
                            <a:rPr lang="pt-BR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den>
                      </m:f>
                    </m:oMath>
                  </m:oMathPara>
                </a14:m>
                <a:endParaRPr lang="pt-BR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B60BDB10-A873-7317-66A1-CD05DBD08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3835" y="4857117"/>
                <a:ext cx="1825500" cy="59433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408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8000"/>
    </mc:Choice>
    <mc:Fallback xmlns="">
      <p:transition spd="slow" advClick="0" advTm="38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B95A-7398-A05B-F313-1ADF5019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D6553F-A88A-C795-DE66-3AC1CACAEDBD}"/>
              </a:ext>
            </a:extLst>
          </p:cNvPr>
          <p:cNvSpPr/>
          <p:nvPr/>
        </p:nvSpPr>
        <p:spPr>
          <a:xfrm>
            <a:off x="342723" y="379233"/>
            <a:ext cx="5470848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28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Fenômeno</a:t>
            </a: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do </a:t>
            </a:r>
            <a:r>
              <a:rPr lang="en-US" sz="28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28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8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994ED77-B98B-5E4A-0448-68333AAC30B6}"/>
              </a:ext>
            </a:extLst>
          </p:cNvPr>
          <p:cNvSpPr/>
          <p:nvPr/>
        </p:nvSpPr>
        <p:spPr>
          <a:xfrm>
            <a:off x="711622" y="2246632"/>
            <a:ext cx="202449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Dualidade Onda-</a:t>
            </a:r>
            <a:r>
              <a:rPr lang="en-US" sz="2400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Partícula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E8BBA3A1-99BA-E28B-6420-6A338C234251}"/>
                  </a:ext>
                </a:extLst>
              </p:cNvPr>
              <p:cNvSpPr/>
              <p:nvPr/>
            </p:nvSpPr>
            <p:spPr>
              <a:xfrm>
                <a:off x="704531" y="2761209"/>
                <a:ext cx="5636977" cy="10470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Diferente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clássicas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objetos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quânticos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exibem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comportamento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dual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As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funções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representam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amplitudes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probabilidade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Text 3">
                <a:extLst>
                  <a:ext uri="{FF2B5EF4-FFF2-40B4-BE49-F238E27FC236}">
                    <a16:creationId xmlns:a16="http://schemas.microsoft.com/office/drawing/2014/main" id="{E8BBA3A1-99BA-E28B-6420-6A338C234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31" y="2761209"/>
                <a:ext cx="5636977" cy="1047006"/>
              </a:xfrm>
              <a:prstGeom prst="rect">
                <a:avLst/>
              </a:prstGeom>
              <a:blipFill>
                <a:blip r:embed="rId3"/>
                <a:stretch>
                  <a:fillRect l="-3355" t="-22093" r="-119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5">
            <a:extLst>
              <a:ext uri="{FF2B5EF4-FFF2-40B4-BE49-F238E27FC236}">
                <a16:creationId xmlns:a16="http://schemas.microsoft.com/office/drawing/2014/main" id="{6E823740-9B54-A2EA-8EC4-EC005E12749A}"/>
              </a:ext>
            </a:extLst>
          </p:cNvPr>
          <p:cNvSpPr/>
          <p:nvPr/>
        </p:nvSpPr>
        <p:spPr>
          <a:xfrm>
            <a:off x="704530" y="4837305"/>
            <a:ext cx="4108101" cy="371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Densidade</a:t>
            </a: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2400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Probabilidade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AF7E004C-F40E-9205-D4E8-C3A57A60FA0C}"/>
                  </a:ext>
                </a:extLst>
              </p:cNvPr>
              <p:cNvSpPr/>
              <p:nvPr/>
            </p:nvSpPr>
            <p:spPr>
              <a:xfrm>
                <a:off x="704531" y="5341773"/>
                <a:ext cx="5636977" cy="11921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quadrado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do modulo da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sz="2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pt-B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representa 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densidade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probabilidade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encontrar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posição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x e no tempo t.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Mesmo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quando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&lt; V₀, é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não-nulo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através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AF7E004C-F40E-9205-D4E8-C3A57A60F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31" y="5341773"/>
                <a:ext cx="5636977" cy="1192188"/>
              </a:xfrm>
              <a:prstGeom prst="rect">
                <a:avLst/>
              </a:prstGeom>
              <a:blipFill>
                <a:blip r:embed="rId4"/>
                <a:stretch>
                  <a:fillRect l="-3355" t="-18878" r="-108" b="-3061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7">
            <a:extLst>
              <a:ext uri="{FF2B5EF4-FFF2-40B4-BE49-F238E27FC236}">
                <a16:creationId xmlns:a16="http://schemas.microsoft.com/office/drawing/2014/main" id="{14CD27CF-A0AD-B05C-4653-224F8F39A792}"/>
              </a:ext>
            </a:extLst>
          </p:cNvPr>
          <p:cNvSpPr/>
          <p:nvPr/>
        </p:nvSpPr>
        <p:spPr>
          <a:xfrm>
            <a:off x="516490" y="7117335"/>
            <a:ext cx="6012648" cy="2048882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12B88F1-A266-C519-7230-91E97B8E0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69" y="7117335"/>
            <a:ext cx="342547" cy="2048882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AB355DC7-DFD1-EE62-FD23-2157E24DA75F}"/>
              </a:ext>
            </a:extLst>
          </p:cNvPr>
          <p:cNvSpPr/>
          <p:nvPr/>
        </p:nvSpPr>
        <p:spPr>
          <a:xfrm>
            <a:off x="704533" y="7363641"/>
            <a:ext cx="3714509" cy="37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2400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Continuidade</a:t>
            </a:r>
            <a:r>
              <a:rPr lang="en-US" sz="2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contornos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9">
                <a:extLst>
                  <a:ext uri="{FF2B5EF4-FFF2-40B4-BE49-F238E27FC236}">
                    <a16:creationId xmlns:a16="http://schemas.microsoft.com/office/drawing/2014/main" id="{3C8AF6C8-B013-BA28-016F-4EE80D1D951F}"/>
                  </a:ext>
                </a:extLst>
              </p:cNvPr>
              <p:cNvSpPr/>
              <p:nvPr/>
            </p:nvSpPr>
            <p:spPr>
              <a:xfrm>
                <a:off x="704532" y="7806811"/>
                <a:ext cx="5636977" cy="133760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Schrödinger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requer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</a:t>
                </a:r>
                <a14:m>
                  <m:oMath xmlns:m="http://schemas.openxmlformats.org/officeDocument/2006/math"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 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sua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derivada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sejam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contínuas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fronteiras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degraus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matematicamente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isso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significa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a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penetra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2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2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14" name="Text 9">
                <a:extLst>
                  <a:ext uri="{FF2B5EF4-FFF2-40B4-BE49-F238E27FC236}">
                    <a16:creationId xmlns:a16="http://schemas.microsoft.com/office/drawing/2014/main" id="{3C8AF6C8-B013-BA28-016F-4EE80D1D95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32" y="7806811"/>
                <a:ext cx="5636977" cy="1337606"/>
              </a:xfrm>
              <a:prstGeom prst="rect">
                <a:avLst/>
              </a:prstGeom>
              <a:blipFill>
                <a:blip r:embed="rId6"/>
                <a:stretch>
                  <a:fillRect l="-3355" t="-17352" r="-227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0">
            <a:extLst>
              <a:ext uri="{FF2B5EF4-FFF2-40B4-BE49-F238E27FC236}">
                <a16:creationId xmlns:a16="http://schemas.microsoft.com/office/drawing/2014/main" id="{74F440E0-5A9B-C1BD-861C-E82BC4408751}"/>
              </a:ext>
            </a:extLst>
          </p:cNvPr>
          <p:cNvSpPr/>
          <p:nvPr/>
        </p:nvSpPr>
        <p:spPr>
          <a:xfrm>
            <a:off x="342723" y="10192655"/>
            <a:ext cx="6172554" cy="1608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Apesar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energia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total E do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pacote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onda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seja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menor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altura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V₀, 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mecânica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quântica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prediz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a amplitude de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probabilidade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seja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diferente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zero do outro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lado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potencial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degrau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um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fenômeno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que é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proibido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pela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física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2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clássica</a:t>
            </a:r>
            <a:r>
              <a:rPr lang="en-US" sz="2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24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3D71C69-D178-8A80-B1CC-672FDDE8E669}"/>
              </a:ext>
            </a:extLst>
          </p:cNvPr>
          <p:cNvSpPr/>
          <p:nvPr/>
        </p:nvSpPr>
        <p:spPr>
          <a:xfrm>
            <a:off x="516490" y="4601575"/>
            <a:ext cx="6012648" cy="2048882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37EFD6C6-6EC5-5E49-6FD0-DEECE53B9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69" y="4601575"/>
            <a:ext cx="342547" cy="2048882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B23753F5-51F6-5208-0369-2A249741A2DC}"/>
              </a:ext>
            </a:extLst>
          </p:cNvPr>
          <p:cNvSpPr/>
          <p:nvPr/>
        </p:nvSpPr>
        <p:spPr>
          <a:xfrm>
            <a:off x="516490" y="2012979"/>
            <a:ext cx="6012648" cy="2048882"/>
          </a:xfrm>
          <a:prstGeom prst="roundRect">
            <a:avLst>
              <a:gd name="adj" fmla="val 4264"/>
            </a:avLst>
          </a:prstGeom>
          <a:noFill/>
          <a:ln w="22860">
            <a:solidFill>
              <a:srgbClr val="5D606B"/>
            </a:solidFill>
            <a:prstDash val="solid"/>
          </a:ln>
        </p:spPr>
        <p:txBody>
          <a:bodyPr/>
          <a:lstStyle/>
          <a:p>
            <a:endParaRPr lang="pt-BR" sz="120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F6E8A146-4226-2203-AFAB-56D86440B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69" y="2012979"/>
            <a:ext cx="342547" cy="204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9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9000"/>
    </mc:Choice>
    <mc:Fallback xmlns="">
      <p:transition spd="slow" advClick="0" advTm="39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8B89-EE45-FDCE-1119-39641774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BF9C825-1015-6643-6355-6BB5CF94A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" y="7047498"/>
            <a:ext cx="3429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E8A3811-1ABC-F541-D294-84651AEF0296}"/>
              </a:ext>
            </a:extLst>
          </p:cNvPr>
          <p:cNvSpPr/>
          <p:nvPr/>
        </p:nvSpPr>
        <p:spPr>
          <a:xfrm>
            <a:off x="1097198" y="157139"/>
            <a:ext cx="4455989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vs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3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2940AFD-B83C-ABE5-A438-ABA2A01A3E94}"/>
              </a:ext>
            </a:extLst>
          </p:cNvPr>
          <p:cNvSpPr/>
          <p:nvPr/>
        </p:nvSpPr>
        <p:spPr>
          <a:xfrm>
            <a:off x="523577" y="1220540"/>
            <a:ext cx="1848148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13"/>
              </a:lnSpc>
            </a:pPr>
            <a:r>
              <a:rPr lang="en-US" sz="24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Mecânica</a:t>
            </a: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Clássica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7816BC2-8078-BDAC-30B8-485DCB7DF0FC}"/>
              </a:ext>
            </a:extLst>
          </p:cNvPr>
          <p:cNvSpPr/>
          <p:nvPr/>
        </p:nvSpPr>
        <p:spPr>
          <a:xfrm>
            <a:off x="523577" y="1582490"/>
            <a:ext cx="262938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são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pontuais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posição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momentum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bem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definidos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43BB7D6-F861-C49F-AED6-CB0D8C7FB8DC}"/>
              </a:ext>
            </a:extLst>
          </p:cNvPr>
          <p:cNvSpPr/>
          <p:nvPr/>
        </p:nvSpPr>
        <p:spPr>
          <a:xfrm>
            <a:off x="523577" y="2507452"/>
            <a:ext cx="2752857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partícula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E &lt; V₀ é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refletida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completamente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pela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537DEEB-A912-55E9-CEE6-86F499F6A618}"/>
              </a:ext>
            </a:extLst>
          </p:cNvPr>
          <p:cNvSpPr/>
          <p:nvPr/>
        </p:nvSpPr>
        <p:spPr>
          <a:xfrm>
            <a:off x="523577" y="3168674"/>
            <a:ext cx="262938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região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proibida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absolutamente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impenetrável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C89D7B-F9FD-ED1F-F016-52B842D60830}"/>
              </a:ext>
            </a:extLst>
          </p:cNvPr>
          <p:cNvSpPr/>
          <p:nvPr/>
        </p:nvSpPr>
        <p:spPr>
          <a:xfrm>
            <a:off x="523577" y="3953943"/>
            <a:ext cx="262938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Trajetória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determinística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seguem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as leis de Newton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765BC39-9E14-90C2-6ED6-D03801925366}"/>
              </a:ext>
            </a:extLst>
          </p:cNvPr>
          <p:cNvSpPr/>
          <p:nvPr/>
        </p:nvSpPr>
        <p:spPr>
          <a:xfrm>
            <a:off x="3705039" y="1220540"/>
            <a:ext cx="1848148" cy="231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13"/>
              </a:lnSpc>
            </a:pPr>
            <a:r>
              <a:rPr lang="en-US" sz="24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Mecânica</a:t>
            </a: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4106EFC2-2BFC-0197-265E-4780119D682D}"/>
                  </a:ext>
                </a:extLst>
              </p:cNvPr>
              <p:cNvSpPr/>
              <p:nvPr/>
            </p:nvSpPr>
            <p:spPr>
              <a:xfrm>
                <a:off x="3705039" y="1582489"/>
                <a:ext cx="2792014" cy="4188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14313" indent="-214313">
                  <a:lnSpc>
                    <a:spcPts val="1625"/>
                  </a:lnSpc>
                  <a:buSzPct val="100000"/>
                  <a:buChar char="•"/>
                </a:pP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exibem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dualidade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partícula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descritas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por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funções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7">
                <a:extLst>
                  <a:ext uri="{FF2B5EF4-FFF2-40B4-BE49-F238E27FC236}">
                    <a16:creationId xmlns:a16="http://schemas.microsoft.com/office/drawing/2014/main" id="{4106EFC2-2BFC-0197-265E-4780119D68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039" y="1582489"/>
                <a:ext cx="2792014" cy="418804"/>
              </a:xfrm>
              <a:prstGeom prst="rect">
                <a:avLst/>
              </a:prstGeom>
              <a:blipFill>
                <a:blip r:embed="rId4"/>
                <a:stretch>
                  <a:fillRect l="-4148" t="-19118" r="-2183" b="-7352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8">
            <a:extLst>
              <a:ext uri="{FF2B5EF4-FFF2-40B4-BE49-F238E27FC236}">
                <a16:creationId xmlns:a16="http://schemas.microsoft.com/office/drawing/2014/main" id="{138EEFBD-9FA9-823A-78B0-4AD95FB3B4D4}"/>
              </a:ext>
            </a:extLst>
          </p:cNvPr>
          <p:cNvSpPr/>
          <p:nvPr/>
        </p:nvSpPr>
        <p:spPr>
          <a:xfrm>
            <a:off x="3705038" y="2468968"/>
            <a:ext cx="291615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 of the wavefunction penetrates and transmits through the barrier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C2E0F11-763E-26D0-9901-251027543FC5}"/>
              </a:ext>
            </a:extLst>
          </p:cNvPr>
          <p:cNvSpPr/>
          <p:nvPr/>
        </p:nvSpPr>
        <p:spPr>
          <a:xfrm>
            <a:off x="3705038" y="3139724"/>
            <a:ext cx="3086737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Probabilidade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tunelamento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depende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largura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e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altura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barreira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AA713E9-A45D-5E4E-7453-1B7D295CB5C5}"/>
              </a:ext>
            </a:extLst>
          </p:cNvPr>
          <p:cNvSpPr/>
          <p:nvPr/>
        </p:nvSpPr>
        <p:spPr>
          <a:xfrm>
            <a:off x="3705038" y="3896955"/>
            <a:ext cx="2916155" cy="41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625"/>
              </a:lnSpc>
              <a:buSzPct val="100000"/>
              <a:buChar char="•"/>
            </a:pP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Comportamento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é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probabilístico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com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muitas</a:t>
            </a:r>
            <a:r>
              <a:rPr lang="en-US" sz="14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400" dirty="0" err="1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possibilidades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B4B354B0-FB3B-EB55-C656-7E5F1893A177}"/>
                  </a:ext>
                </a:extLst>
              </p:cNvPr>
              <p:cNvSpPr/>
              <p:nvPr/>
            </p:nvSpPr>
            <p:spPr>
              <a:xfrm>
                <a:off x="240632" y="5081891"/>
                <a:ext cx="6380561" cy="14159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625"/>
                  </a:lnSpc>
                </a:pP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Essa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diferença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que surge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fundamentalmente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partir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continuidade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e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diferenciabilidade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é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requerida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por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causa da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equação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Schrödinger, que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força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função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onda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a se prolonger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através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das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regiões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6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nas</a:t>
                </a:r>
                <a:r>
                  <a:rPr lang="en-US" sz="16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quais as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particulas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estão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livres,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penetrando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na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região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classicamente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proibida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dentro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da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barreira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de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potencial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Criando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o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efeito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do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tunelamento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quântico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, que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possui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diversas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aplicações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em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tecnologias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 </a:t>
                </a:r>
                <a:r>
                  <a:rPr lang="en-US" sz="1400" dirty="0" err="1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modernas</a:t>
                </a:r>
                <a:r>
                  <a:rPr lang="en-US" sz="1400" dirty="0">
                    <a:solidFill>
                      <a:srgbClr val="D6E5EF"/>
                    </a:solidFill>
                    <a:latin typeface="Source Sans Pro" pitchFamily="34" charset="0"/>
                    <a:ea typeface="Source Sans Pro" pitchFamily="34" charset="-122"/>
                    <a:cs typeface="Source Sans Pro" pitchFamily="34" charset="-120"/>
                  </a:rPr>
                  <a:t>.</a:t>
                </a:r>
                <a:endParaRPr lang="en-US" sz="1600" dirty="0"/>
              </a:p>
            </p:txBody>
          </p:sp>
        </mc:Choice>
        <mc:Fallback xmlns="">
          <p:sp>
            <p:nvSpPr>
              <p:cNvPr id="14" name="Text 11">
                <a:extLst>
                  <a:ext uri="{FF2B5EF4-FFF2-40B4-BE49-F238E27FC236}">
                    <a16:creationId xmlns:a16="http://schemas.microsoft.com/office/drawing/2014/main" id="{B4B354B0-FB3B-EB55-C656-7E5F1893A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32" y="5081891"/>
                <a:ext cx="6380561" cy="1415910"/>
              </a:xfrm>
              <a:prstGeom prst="rect">
                <a:avLst/>
              </a:prstGeom>
              <a:blipFill>
                <a:blip r:embed="rId5"/>
                <a:stretch>
                  <a:fillRect l="-1910" t="-7328" r="-1719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939F5F3B-5E1C-4810-A4ED-70269E61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063" y="7047498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3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7E77A-2EB1-2291-1B40-934A911F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ABF802-0958-04E8-3E6B-442CA534F225}"/>
              </a:ext>
            </a:extLst>
          </p:cNvPr>
          <p:cNvSpPr/>
          <p:nvPr/>
        </p:nvSpPr>
        <p:spPr>
          <a:xfrm>
            <a:off x="298988" y="112295"/>
            <a:ext cx="6782991" cy="978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Aplicações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Reais do </a:t>
            </a:r>
          </a:p>
          <a:p>
            <a:pPr algn="ctr">
              <a:lnSpc>
                <a:spcPts val="3031"/>
              </a:lnSpc>
            </a:pP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sz="3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Quântico</a:t>
            </a:r>
            <a:endParaRPr lang="en-US" sz="3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8C9E439-E977-ADB9-F00C-8F1DEB205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52" y="1932139"/>
            <a:ext cx="2589833" cy="1600572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E0B4C9A-7B20-B974-371A-86F88451B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52" y="5148957"/>
            <a:ext cx="2589833" cy="1600572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507C1391-55A0-A478-25E8-C537F267B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52" y="7855791"/>
            <a:ext cx="2589907" cy="1600646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20F4543F-C056-8B84-C163-CA1586A93168}"/>
              </a:ext>
            </a:extLst>
          </p:cNvPr>
          <p:cNvSpPr/>
          <p:nvPr/>
        </p:nvSpPr>
        <p:spPr>
          <a:xfrm>
            <a:off x="170652" y="1308170"/>
            <a:ext cx="2155453" cy="4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Microscopia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</a:p>
          <a:p>
            <a:pPr>
              <a:lnSpc>
                <a:spcPts val="1500"/>
              </a:lnSpc>
            </a:pP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tunelamento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</a:p>
          <a:p>
            <a:pPr>
              <a:lnSpc>
                <a:spcPts val="1500"/>
              </a:lnSpc>
            </a:pP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</a:t>
            </a: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varredura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(STM)</a:t>
            </a: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F4249C2-0A07-585C-19F6-7056ECE274AB}"/>
              </a:ext>
            </a:extLst>
          </p:cNvPr>
          <p:cNvSpPr/>
          <p:nvPr/>
        </p:nvSpPr>
        <p:spPr>
          <a:xfrm>
            <a:off x="170652" y="4837645"/>
            <a:ext cx="1540074" cy="35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Diodos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túnel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3225569-C13E-C077-DD5D-E9C8C1729B10}"/>
              </a:ext>
            </a:extLst>
          </p:cNvPr>
          <p:cNvSpPr/>
          <p:nvPr/>
        </p:nvSpPr>
        <p:spPr>
          <a:xfrm>
            <a:off x="170651" y="7449664"/>
            <a:ext cx="2589833" cy="435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Computação</a:t>
            </a:r>
            <a:r>
              <a:rPr lang="en-US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dirty="0" err="1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Quântica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2BD9964-A251-31E3-4430-366F604F9CBF}"/>
              </a:ext>
            </a:extLst>
          </p:cNvPr>
          <p:cNvSpPr/>
          <p:nvPr/>
        </p:nvSpPr>
        <p:spPr>
          <a:xfrm>
            <a:off x="3018475" y="1964555"/>
            <a:ext cx="3668768" cy="1690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STM (Microscópio de Varredura por Tunelamento) utiliza o tunelamento quântico de elétrons entre uma ponta metálica extremamente afiada e a superfície de uma amostra para obter imagens de átomos individuais com resolução sem precedentes, revolucionando a ciência de superfícies.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96A7E9E-47DF-17A2-BB8E-1551CB9C3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74" y="5148976"/>
            <a:ext cx="3668770" cy="144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alt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Esses dispositivos eletrônicos exploram o tunelamento quântico para alcançar velocidades de comutação extremamente altas e resistência diferencial negativa, possibilitando aplicações em altas frequências.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821044E-5BC2-C90C-C14B-8CA274915E99}"/>
              </a:ext>
            </a:extLst>
          </p:cNvPr>
          <p:cNvSpPr/>
          <p:nvPr/>
        </p:nvSpPr>
        <p:spPr>
          <a:xfrm>
            <a:off x="3018475" y="7855791"/>
            <a:ext cx="3668873" cy="1498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tunelamento permite que os </a:t>
            </a:r>
            <a:r>
              <a:rPr lang="pt-BR" sz="24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qubits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atravessem barreiras de energia, viabilizando o quantum </a:t>
            </a:r>
            <a:r>
              <a:rPr lang="pt-BR" sz="24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annealing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 outros processos computacionais quânticos que computadores clássicos são incapazes de realizar.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0E0B4CDC-DA74-E8E2-B77F-1E9B15D90F96}"/>
              </a:ext>
            </a:extLst>
          </p:cNvPr>
          <p:cNvSpPr/>
          <p:nvPr/>
        </p:nvSpPr>
        <p:spPr>
          <a:xfrm>
            <a:off x="170652" y="10002620"/>
            <a:ext cx="6516591" cy="182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25"/>
              </a:lnSpc>
            </a:pPr>
            <a:endParaRPr lang="pt-BR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lnSpc>
                <a:spcPts val="1625"/>
              </a:lnSpc>
            </a:pP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tunelamento quântico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também desempenha um papel crucial nas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reações de fusão nuclear em estrelas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no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decaimento alfa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de materiais radioativos e em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tecnologias emergentes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como os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transistores de efeito de campo por tunelamento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(</a:t>
            </a:r>
            <a:r>
              <a:rPr lang="pt-BR" sz="24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tunnel</a:t>
            </a:r>
            <a:r>
              <a:rPr lang="pt-BR" sz="2400" i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FETs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), que prometem um </a:t>
            </a:r>
            <a:r>
              <a:rPr lang="pt-BR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consumo ultrabaixo de energia</a:t>
            </a:r>
            <a:r>
              <a:rPr lang="pt-BR" sz="24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para a eletrônica do futuro.</a:t>
            </a:r>
            <a:endParaRPr lang="en-US" sz="24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47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0000"/>
    </mc:Choice>
    <mc:Fallback xmlns="">
      <p:transition spd="slow" advClick="0" advTm="40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505</TotalTime>
  <Words>1303</Words>
  <Application>Microsoft Office PowerPoint</Application>
  <PresentationFormat>Personalizar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Source Sans Pro</vt:lpstr>
      <vt:lpstr>Lora</vt:lpstr>
      <vt:lpstr>Cambria Math</vt:lpstr>
      <vt:lpstr>Calibri Light</vt:lpstr>
      <vt:lpstr>Arial</vt:lpstr>
      <vt:lpstr>Calibri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2025-07-20T21:15:26Z</dcterms:modified>
</cp:coreProperties>
</file>