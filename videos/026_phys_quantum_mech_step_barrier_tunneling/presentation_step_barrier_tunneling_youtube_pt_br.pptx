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6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</p:sldIdLst>
  <p:sldSz cx="9144000" cy="5143500" type="screen16x9"/>
  <p:notesSz cx="8229600" cy="14630400"/>
  <p:embeddedFontLst>
    <p:embeddedFont>
      <p:font typeface="Cambria Math" panose="02040503050406030204" pitchFamily="18" charset="0"/>
      <p:regular r:id="rId11"/>
    </p:embeddedFont>
    <p:embeddedFont>
      <p:font typeface="Lora" pitchFamily="2" charset="0"/>
      <p:regular r:id="rId12"/>
      <p:bold r:id="rId13"/>
      <p:italic r:id="rId14"/>
      <p:boldItalic r:id="rId15"/>
    </p:embeddedFont>
    <p:embeddedFont>
      <p:font typeface="Source Sans Pro" panose="020B050303040302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50A428-8404-43B7-91A5-32EC1E87C1D5}" v="5093" dt="2025-07-20T00:28:55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FF50A428-8404-43B7-91A5-32EC1E87C1D5}"/>
    <pc:docChg chg="undo redo custSel addSld delSld modSld modMainMaster">
      <pc:chgData name="Osvaldo Luiz Santos Pereira" userId="c308351cf5a860c7" providerId="LiveId" clId="{FF50A428-8404-43B7-91A5-32EC1E87C1D5}" dt="2025-07-20T15:42:35.995" v="8896" actId="14100"/>
      <pc:docMkLst>
        <pc:docMk/>
      </pc:docMkLst>
      <pc:sldChg chg="addSp delSp modSp mod modTransition modAnim">
        <pc:chgData name="Osvaldo Luiz Santos Pereira" userId="c308351cf5a860c7" providerId="LiveId" clId="{FF50A428-8404-43B7-91A5-32EC1E87C1D5}" dt="2025-07-20T00:25:37.540" v="8635"/>
        <pc:sldMkLst>
          <pc:docMk/>
          <pc:sldMk cId="0" sldId="256"/>
        </pc:sldMkLst>
        <pc:spChg chg="mod">
          <ac:chgData name="Osvaldo Luiz Santos Pereira" userId="c308351cf5a860c7" providerId="LiveId" clId="{FF50A428-8404-43B7-91A5-32EC1E87C1D5}" dt="2025-07-19T22:42:42.912" v="1216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2:15:11.818" v="1012" actId="2711"/>
          <ac:spMkLst>
            <pc:docMk/>
            <pc:sldMk cId="0" sldId="256"/>
            <ac:spMk id="4" creationId="{00000000-0000-0000-0000-000000000000}"/>
          </ac:spMkLst>
        </pc:spChg>
        <pc:picChg chg="mod">
          <ac:chgData name="Osvaldo Luiz Santos Pereira" userId="c308351cf5a860c7" providerId="LiveId" clId="{FF50A428-8404-43B7-91A5-32EC1E87C1D5}" dt="2025-07-15T20:44:48.536" v="0"/>
          <ac:picMkLst>
            <pc:docMk/>
            <pc:sldMk cId="0" sldId="256"/>
            <ac:picMk id="2" creationId="{00000000-0000-0000-0000-000000000000}"/>
          </ac:picMkLst>
        </pc:picChg>
        <pc:picChg chg="add del mod">
          <ac:chgData name="Osvaldo Luiz Santos Pereira" userId="c308351cf5a860c7" providerId="LiveId" clId="{FF50A428-8404-43B7-91A5-32EC1E87C1D5}" dt="2025-07-20T00:00:07.347" v="8621"/>
          <ac:picMkLst>
            <pc:docMk/>
            <pc:sldMk cId="0" sldId="256"/>
            <ac:picMk id="7" creationId="{E08822C0-C9D2-C005-C9B6-B709CA97F3E6}"/>
          </ac:picMkLst>
        </pc:picChg>
        <pc:picChg chg="add del mod">
          <ac:chgData name="Osvaldo Luiz Santos Pereira" userId="c308351cf5a860c7" providerId="LiveId" clId="{FF50A428-8404-43B7-91A5-32EC1E87C1D5}" dt="2025-07-20T00:05:33.527" v="8625"/>
          <ac:picMkLst>
            <pc:docMk/>
            <pc:sldMk cId="0" sldId="256"/>
            <ac:picMk id="12" creationId="{05E1DD3D-AE8E-F2C6-759A-64461B10E9F2}"/>
          </ac:picMkLst>
        </pc:picChg>
        <pc:picChg chg="add del mod">
          <ac:chgData name="Osvaldo Luiz Santos Pereira" userId="c308351cf5a860c7" providerId="LiveId" clId="{FF50A428-8404-43B7-91A5-32EC1E87C1D5}" dt="2025-07-20T00:14:49.058" v="8631"/>
          <ac:picMkLst>
            <pc:docMk/>
            <pc:sldMk cId="0" sldId="256"/>
            <ac:picMk id="16" creationId="{804423E3-BE9C-2701-314A-827078D390CA}"/>
          </ac:picMkLst>
        </pc:picChg>
      </pc:sldChg>
      <pc:sldChg chg="addSp delSp modSp mod modTransition modAnim">
        <pc:chgData name="Osvaldo Luiz Santos Pereira" userId="c308351cf5a860c7" providerId="LiveId" clId="{FF50A428-8404-43B7-91A5-32EC1E87C1D5}" dt="2025-07-20T00:25:59.025" v="8669"/>
        <pc:sldMkLst>
          <pc:docMk/>
          <pc:sldMk cId="0" sldId="257"/>
        </pc:sldMkLst>
        <pc:spChg chg="mod">
          <ac:chgData name="Osvaldo Luiz Santos Pereira" userId="c308351cf5a860c7" providerId="LiveId" clId="{FF50A428-8404-43B7-91A5-32EC1E87C1D5}" dt="2025-07-19T22:42:59.783" v="1261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5T20:44:48.536" v="0"/>
          <ac:spMkLst>
            <pc:docMk/>
            <pc:sldMk cId="0" sldId="257"/>
            <ac:spMk id="4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2:41:11.521" v="1037" actId="6549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Osvaldo Luiz Santos Pereira" userId="c308351cf5a860c7" providerId="LiveId" clId="{FF50A428-8404-43B7-91A5-32EC1E87C1D5}" dt="2025-07-19T22:41:14.016" v="1038" actId="478"/>
          <ac:spMkLst>
            <pc:docMk/>
            <pc:sldMk cId="0" sldId="257"/>
            <ac:spMk id="7" creationId="{00000000-0000-0000-0000-000000000000}"/>
          </ac:spMkLst>
        </pc:spChg>
        <pc:spChg chg="add mod">
          <ac:chgData name="Osvaldo Luiz Santos Pereira" userId="c308351cf5a860c7" providerId="LiveId" clId="{FF50A428-8404-43B7-91A5-32EC1E87C1D5}" dt="2025-07-15T21:32:47.934" v="152" actId="1076"/>
          <ac:spMkLst>
            <pc:docMk/>
            <pc:sldMk cId="0" sldId="257"/>
            <ac:spMk id="11" creationId="{D6D2E538-5F3B-86BD-4CAA-07CD40B1B13C}"/>
          </ac:spMkLst>
        </pc:spChg>
        <pc:picChg chg="add del mod">
          <ac:chgData name="Osvaldo Luiz Santos Pereira" userId="c308351cf5a860c7" providerId="LiveId" clId="{FF50A428-8404-43B7-91A5-32EC1E87C1D5}" dt="2025-07-20T00:07:57.203" v="8627"/>
          <ac:picMkLst>
            <pc:docMk/>
            <pc:sldMk cId="0" sldId="257"/>
            <ac:picMk id="15" creationId="{AEE71D70-5279-44DF-EB42-1EE72E2EE124}"/>
          </ac:picMkLst>
        </pc:picChg>
        <pc:picChg chg="add mod">
          <ac:chgData name="Osvaldo Luiz Santos Pereira" userId="c308351cf5a860c7" providerId="LiveId" clId="{FF50A428-8404-43B7-91A5-32EC1E87C1D5}" dt="2025-07-15T21:37:54.932" v="254" actId="1076"/>
          <ac:picMkLst>
            <pc:docMk/>
            <pc:sldMk cId="0" sldId="257"/>
            <ac:picMk id="2050" creationId="{1F5F004E-F5BC-BBFB-D4D1-38CAB71083F6}"/>
          </ac:picMkLst>
        </pc:picChg>
      </pc:sldChg>
      <pc:sldChg chg="addSp delSp modSp mod modTransition modAnim">
        <pc:chgData name="Osvaldo Luiz Santos Pereira" userId="c308351cf5a860c7" providerId="LiveId" clId="{FF50A428-8404-43B7-91A5-32EC1E87C1D5}" dt="2025-07-20T00:26:16.908" v="8708"/>
        <pc:sldMkLst>
          <pc:docMk/>
          <pc:sldMk cId="0" sldId="258"/>
        </pc:sldMkLst>
        <pc:spChg chg="mod">
          <ac:chgData name="Osvaldo Luiz Santos Pereira" userId="c308351cf5a860c7" providerId="LiveId" clId="{FF50A428-8404-43B7-91A5-32EC1E87C1D5}" dt="2025-07-19T22:43:40.042" v="1305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2:43:57.996" v="1363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5T20:44:48.536" v="0"/>
          <ac:spMkLst>
            <pc:docMk/>
            <pc:sldMk cId="0" sldId="258"/>
            <ac:spMk id="4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2:45:58.836" v="1814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2:52:09.598" v="2937" actId="14100"/>
          <ac:spMkLst>
            <pc:docMk/>
            <pc:sldMk cId="0" sldId="258"/>
            <ac:spMk id="8" creationId="{00000000-0000-0000-0000-000000000000}"/>
          </ac:spMkLst>
        </pc:spChg>
        <pc:spChg chg="add mod">
          <ac:chgData name="Osvaldo Luiz Santos Pereira" userId="c308351cf5a860c7" providerId="LiveId" clId="{FF50A428-8404-43B7-91A5-32EC1E87C1D5}" dt="2025-07-15T22:10:10.178" v="408" actId="1076"/>
          <ac:spMkLst>
            <pc:docMk/>
            <pc:sldMk cId="0" sldId="258"/>
            <ac:spMk id="9" creationId="{9CF00D6C-45DE-6802-A778-88CA07BBFACF}"/>
          </ac:spMkLst>
        </pc:spChg>
        <pc:spChg chg="add mod">
          <ac:chgData name="Osvaldo Luiz Santos Pereira" userId="c308351cf5a860c7" providerId="LiveId" clId="{FF50A428-8404-43B7-91A5-32EC1E87C1D5}" dt="2025-07-19T22:47:27.235" v="2132" actId="20577"/>
          <ac:spMkLst>
            <pc:docMk/>
            <pc:sldMk cId="0" sldId="258"/>
            <ac:spMk id="15" creationId="{76A0974B-8DD0-57FF-1F16-C8E0ED6DAC57}"/>
          </ac:spMkLst>
        </pc:spChg>
        <pc:spChg chg="add mod">
          <ac:chgData name="Osvaldo Luiz Santos Pereira" userId="c308351cf5a860c7" providerId="LiveId" clId="{FF50A428-8404-43B7-91A5-32EC1E87C1D5}" dt="2025-07-15T22:10:19.075" v="411" actId="1076"/>
          <ac:spMkLst>
            <pc:docMk/>
            <pc:sldMk cId="0" sldId="258"/>
            <ac:spMk id="18" creationId="{BD6A8D26-EB41-B790-34C1-F1605E9CDF79}"/>
          </ac:spMkLst>
        </pc:spChg>
        <pc:spChg chg="add mod">
          <ac:chgData name="Osvaldo Luiz Santos Pereira" userId="c308351cf5a860c7" providerId="LiveId" clId="{FF50A428-8404-43B7-91A5-32EC1E87C1D5}" dt="2025-07-19T22:49:49.483" v="2630" actId="6549"/>
          <ac:spMkLst>
            <pc:docMk/>
            <pc:sldMk cId="0" sldId="258"/>
            <ac:spMk id="19" creationId="{47A8E4C8-9909-1CC8-95B1-9FB016716761}"/>
          </ac:spMkLst>
        </pc:spChg>
        <pc:picChg chg="add del mod">
          <ac:chgData name="Osvaldo Luiz Santos Pereira" userId="c308351cf5a860c7" providerId="LiveId" clId="{FF50A428-8404-43B7-91A5-32EC1E87C1D5}" dt="2025-07-20T00:11:33.219" v="8629"/>
          <ac:picMkLst>
            <pc:docMk/>
            <pc:sldMk cId="0" sldId="258"/>
            <ac:picMk id="11" creationId="{C5F6330A-142E-0F52-BD2F-2DA76AB9B7EE}"/>
          </ac:picMkLst>
        </pc:picChg>
        <pc:picChg chg="add mod">
          <ac:chgData name="Osvaldo Luiz Santos Pereira" userId="c308351cf5a860c7" providerId="LiveId" clId="{FF50A428-8404-43B7-91A5-32EC1E87C1D5}" dt="2025-07-15T22:13:54.738" v="422" actId="1076"/>
          <ac:picMkLst>
            <pc:docMk/>
            <pc:sldMk cId="0" sldId="258"/>
            <ac:picMk id="3078" creationId="{CD19698F-479B-0A95-325A-E881D40EE735}"/>
          </ac:picMkLst>
        </pc:picChg>
      </pc:sldChg>
      <pc:sldChg chg="modSp mod modTransition">
        <pc:chgData name="Osvaldo Luiz Santos Pereira" userId="c308351cf5a860c7" providerId="LiveId" clId="{FF50A428-8404-43B7-91A5-32EC1E87C1D5}" dt="2025-07-20T00:28:02.381" v="8825"/>
        <pc:sldMkLst>
          <pc:docMk/>
          <pc:sldMk cId="0" sldId="259"/>
        </pc:sldMkLst>
        <pc:spChg chg="mod">
          <ac:chgData name="Osvaldo Luiz Santos Pereira" userId="c308351cf5a860c7" providerId="LiveId" clId="{FF50A428-8404-43B7-91A5-32EC1E87C1D5}" dt="2025-07-19T23:15:17.909" v="5399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5T20:44:48.536" v="0"/>
          <ac:spMkLst>
            <pc:docMk/>
            <pc:sldMk cId="0" sldId="259"/>
            <ac:spMk id="3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15:29.052" v="5426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18:08.164" v="5828" actId="6549"/>
          <ac:spMkLst>
            <pc:docMk/>
            <pc:sldMk cId="0" sldId="259"/>
            <ac:spMk id="6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5T20:44:48.536" v="0"/>
          <ac:spMkLst>
            <pc:docMk/>
            <pc:sldMk cId="0" sldId="259"/>
            <ac:spMk id="7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15:37.463" v="5453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0:53.626" v="6161" actId="6549"/>
          <ac:spMkLst>
            <pc:docMk/>
            <pc:sldMk cId="0" sldId="259"/>
            <ac:spMk id="10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5T20:44:48.536" v="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15:52.968" v="5488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1:59.686" v="6388" actId="6549"/>
          <ac:spMkLst>
            <pc:docMk/>
            <pc:sldMk cId="0" sldId="259"/>
            <ac:spMk id="14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3:37.851" v="6841" actId="20577"/>
          <ac:spMkLst>
            <pc:docMk/>
            <pc:sldMk cId="0" sldId="259"/>
            <ac:spMk id="15" creationId="{00000000-0000-0000-0000-000000000000}"/>
          </ac:spMkLst>
        </pc:spChg>
      </pc:sldChg>
      <pc:sldChg chg="modSp mod modTransition">
        <pc:chgData name="Osvaldo Luiz Santos Pereira" userId="c308351cf5a860c7" providerId="LiveId" clId="{FF50A428-8404-43B7-91A5-32EC1E87C1D5}" dt="2025-07-20T00:28:38.093" v="8855"/>
        <pc:sldMkLst>
          <pc:docMk/>
          <pc:sldMk cId="0" sldId="260"/>
        </pc:sldMkLst>
        <pc:spChg chg="mod">
          <ac:chgData name="Osvaldo Luiz Santos Pereira" userId="c308351cf5a860c7" providerId="LiveId" clId="{FF50A428-8404-43B7-91A5-32EC1E87C1D5}" dt="2025-07-19T23:24:49.925" v="7074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4:25.248" v="6986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8:55.739" v="7716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8:49.331" v="7714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8:44.158" v="7713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8:41.122" v="7712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4:30.350" v="7003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9:00.773" v="7717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8:49.331" v="7714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8:44.158" v="7713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8:41.122" v="7712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31:33.724" v="8233" actId="14100"/>
          <ac:spMkLst>
            <pc:docMk/>
            <pc:sldMk cId="0" sldId="260"/>
            <ac:spMk id="14" creationId="{00000000-0000-0000-0000-000000000000}"/>
          </ac:spMkLst>
        </pc:spChg>
      </pc:sldChg>
      <pc:sldChg chg="addSp delSp modSp mod modTransition">
        <pc:chgData name="Osvaldo Luiz Santos Pereira" userId="c308351cf5a860c7" providerId="LiveId" clId="{FF50A428-8404-43B7-91A5-32EC1E87C1D5}" dt="2025-07-20T15:42:35.995" v="8896" actId="14100"/>
        <pc:sldMkLst>
          <pc:docMk/>
          <pc:sldMk cId="0" sldId="261"/>
        </pc:sldMkLst>
        <pc:spChg chg="mod">
          <ac:chgData name="Osvaldo Luiz Santos Pereira" userId="c308351cf5a860c7" providerId="LiveId" clId="{FF50A428-8404-43B7-91A5-32EC1E87C1D5}" dt="2025-07-19T23:31:49.566" v="8289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34:20.679" v="8584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20T15:42:35.995" v="8896" actId="14100"/>
          <ac:spMkLst>
            <pc:docMk/>
            <pc:sldMk cId="0" sldId="261"/>
            <ac:spMk id="5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32:52.664" v="8378" actId="20577"/>
          <ac:spMkLst>
            <pc:docMk/>
            <pc:sldMk cId="0" sldId="261"/>
            <ac:spMk id="7" creationId="{00000000-0000-0000-0000-000000000000}"/>
          </ac:spMkLst>
        </pc:spChg>
        <pc:spChg chg="del mod">
          <ac:chgData name="Osvaldo Luiz Santos Pereira" userId="c308351cf5a860c7" providerId="LiveId" clId="{FF50A428-8404-43B7-91A5-32EC1E87C1D5}" dt="2025-07-19T23:39:42.837" v="8605" actId="478"/>
          <ac:spMkLst>
            <pc:docMk/>
            <pc:sldMk cId="0" sldId="261"/>
            <ac:spMk id="8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34:18.867" v="8582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41:16.191" v="8611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46:28.465" v="8619" actId="14100"/>
          <ac:spMkLst>
            <pc:docMk/>
            <pc:sldMk cId="0" sldId="261"/>
            <ac:spMk id="12" creationId="{00000000-0000-0000-0000-000000000000}"/>
          </ac:spMkLst>
        </pc:spChg>
        <pc:spChg chg="add">
          <ac:chgData name="Osvaldo Luiz Santos Pereira" userId="c308351cf5a860c7" providerId="LiveId" clId="{FF50A428-8404-43B7-91A5-32EC1E87C1D5}" dt="2025-07-19T23:38:44.005" v="8591"/>
          <ac:spMkLst>
            <pc:docMk/>
            <pc:sldMk cId="0" sldId="261"/>
            <ac:spMk id="13" creationId="{A45C25FB-05A4-3B70-43AC-3D3E7A3658FE}"/>
          </ac:spMkLst>
        </pc:spChg>
        <pc:spChg chg="add">
          <ac:chgData name="Osvaldo Luiz Santos Pereira" userId="c308351cf5a860c7" providerId="LiveId" clId="{FF50A428-8404-43B7-91A5-32EC1E87C1D5}" dt="2025-07-19T23:39:12.036" v="8596"/>
          <ac:spMkLst>
            <pc:docMk/>
            <pc:sldMk cId="0" sldId="261"/>
            <ac:spMk id="14" creationId="{419E4D50-386B-C8B3-10F3-050BD4E8B059}"/>
          </ac:spMkLst>
        </pc:spChg>
        <pc:spChg chg="add">
          <ac:chgData name="Osvaldo Luiz Santos Pereira" userId="c308351cf5a860c7" providerId="LiveId" clId="{FF50A428-8404-43B7-91A5-32EC1E87C1D5}" dt="2025-07-19T23:39:18.101" v="8599"/>
          <ac:spMkLst>
            <pc:docMk/>
            <pc:sldMk cId="0" sldId="261"/>
            <ac:spMk id="15" creationId="{A3261BB5-EEDC-18AD-9AFE-47F3C0362328}"/>
          </ac:spMkLst>
        </pc:spChg>
        <pc:spChg chg="add mod">
          <ac:chgData name="Osvaldo Luiz Santos Pereira" userId="c308351cf5a860c7" providerId="LiveId" clId="{FF50A428-8404-43B7-91A5-32EC1E87C1D5}" dt="2025-07-19T23:39:51.795" v="8608" actId="14100"/>
          <ac:spMkLst>
            <pc:docMk/>
            <pc:sldMk cId="0" sldId="261"/>
            <ac:spMk id="16" creationId="{C8481D0E-DE2A-41A1-1C73-6C36A19F19E4}"/>
          </ac:spMkLst>
        </pc:spChg>
        <pc:picChg chg="mod">
          <ac:chgData name="Osvaldo Luiz Santos Pereira" userId="c308351cf5a860c7" providerId="LiveId" clId="{FF50A428-8404-43B7-91A5-32EC1E87C1D5}" dt="2025-07-15T20:44:48.536" v="0"/>
          <ac:picMkLst>
            <pc:docMk/>
            <pc:sldMk cId="0" sldId="261"/>
            <ac:picMk id="6" creationId="{00000000-0000-0000-0000-000000000000}"/>
          </ac:picMkLst>
        </pc:picChg>
        <pc:picChg chg="mod">
          <ac:chgData name="Osvaldo Luiz Santos Pereira" userId="c308351cf5a860c7" providerId="LiveId" clId="{FF50A428-8404-43B7-91A5-32EC1E87C1D5}" dt="2025-07-15T20:44:48.536" v="0"/>
          <ac:picMkLst>
            <pc:docMk/>
            <pc:sldMk cId="0" sldId="261"/>
            <ac:picMk id="9" creationId="{00000000-0000-0000-0000-000000000000}"/>
          </ac:picMkLst>
        </pc:picChg>
      </pc:sldChg>
      <pc:sldChg chg="addSp delSp modSp new mod modTransition">
        <pc:chgData name="Osvaldo Luiz Santos Pereira" userId="c308351cf5a860c7" providerId="LiveId" clId="{FF50A428-8404-43B7-91A5-32EC1E87C1D5}" dt="2025-07-20T00:26:59.142" v="8744"/>
        <pc:sldMkLst>
          <pc:docMk/>
          <pc:sldMk cId="770525427" sldId="262"/>
        </pc:sldMkLst>
        <pc:spChg chg="add mod">
          <ac:chgData name="Osvaldo Luiz Santos Pereira" userId="c308351cf5a860c7" providerId="LiveId" clId="{FF50A428-8404-43B7-91A5-32EC1E87C1D5}" dt="2025-07-19T22:52:33.997" v="2973" actId="20577"/>
          <ac:spMkLst>
            <pc:docMk/>
            <pc:sldMk cId="770525427" sldId="262"/>
            <ac:spMk id="3" creationId="{492AE720-29EF-96A2-35CC-D67FC69B95ED}"/>
          </ac:spMkLst>
        </pc:spChg>
        <pc:spChg chg="add mod">
          <ac:chgData name="Osvaldo Luiz Santos Pereira" userId="c308351cf5a860c7" providerId="LiveId" clId="{FF50A428-8404-43B7-91A5-32EC1E87C1D5}" dt="2025-07-19T23:17:36.595" v="5822" actId="20577"/>
          <ac:spMkLst>
            <pc:docMk/>
            <pc:sldMk cId="770525427" sldId="262"/>
            <ac:spMk id="4" creationId="{FEF33A7D-A42B-081E-FB1F-9B123D9B2A0E}"/>
          </ac:spMkLst>
        </pc:spChg>
        <pc:spChg chg="add mod">
          <ac:chgData name="Osvaldo Luiz Santos Pereira" userId="c308351cf5a860c7" providerId="LiveId" clId="{FF50A428-8404-43B7-91A5-32EC1E87C1D5}" dt="2025-07-15T22:37:15.234" v="695" actId="1076"/>
          <ac:spMkLst>
            <pc:docMk/>
            <pc:sldMk cId="770525427" sldId="262"/>
            <ac:spMk id="6" creationId="{FD968347-12D7-2717-63BA-1B2CDD22E2D1}"/>
          </ac:spMkLst>
        </pc:spChg>
        <pc:spChg chg="add mod">
          <ac:chgData name="Osvaldo Luiz Santos Pereira" userId="c308351cf5a860c7" providerId="LiveId" clId="{FF50A428-8404-43B7-91A5-32EC1E87C1D5}" dt="2025-07-19T23:17:39.969" v="5823" actId="1076"/>
          <ac:spMkLst>
            <pc:docMk/>
            <pc:sldMk cId="770525427" sldId="262"/>
            <ac:spMk id="8" creationId="{A7003CBE-846F-7934-4A7B-49D55D4BA5EC}"/>
          </ac:spMkLst>
        </pc:spChg>
        <pc:picChg chg="add mod">
          <ac:chgData name="Osvaldo Luiz Santos Pereira" userId="c308351cf5a860c7" providerId="LiveId" clId="{FF50A428-8404-43B7-91A5-32EC1E87C1D5}" dt="2025-07-15T22:37:12.238" v="694" actId="1076"/>
          <ac:picMkLst>
            <pc:docMk/>
            <pc:sldMk cId="770525427" sldId="262"/>
            <ac:picMk id="4105" creationId="{58ED27E3-B3A8-FB03-C73F-32EF7ED9AD06}"/>
          </ac:picMkLst>
        </pc:picChg>
      </pc:sldChg>
      <pc:sldChg chg="addSp delSp new add del">
        <pc:chgData name="Osvaldo Luiz Santos Pereira" userId="c308351cf5a860c7" providerId="LiveId" clId="{FF50A428-8404-43B7-91A5-32EC1E87C1D5}" dt="2025-07-15T21:28:30.426" v="24" actId="47"/>
        <pc:sldMkLst>
          <pc:docMk/>
          <pc:sldMk cId="4166882959" sldId="262"/>
        </pc:sldMkLst>
      </pc:sldChg>
      <pc:sldChg chg="addSp delSp modSp add mod modTransition">
        <pc:chgData name="Osvaldo Luiz Santos Pereira" userId="c308351cf5a860c7" providerId="LiveId" clId="{FF50A428-8404-43B7-91A5-32EC1E87C1D5}" dt="2025-07-20T00:27:13.961" v="8784"/>
        <pc:sldMkLst>
          <pc:docMk/>
          <pc:sldMk cId="35454892" sldId="263"/>
        </pc:sldMkLst>
        <pc:spChg chg="add mod">
          <ac:chgData name="Osvaldo Luiz Santos Pereira" userId="c308351cf5a860c7" providerId="LiveId" clId="{FF50A428-8404-43B7-91A5-32EC1E87C1D5}" dt="2025-07-19T22:58:53.117" v="3863" actId="14100"/>
          <ac:spMkLst>
            <pc:docMk/>
            <pc:sldMk cId="35454892" sldId="263"/>
            <ac:spMk id="2" creationId="{AE6E1C4A-91CB-9D62-5EF8-B28CEED0DE5F}"/>
          </ac:spMkLst>
        </pc:spChg>
        <pc:spChg chg="add mod">
          <ac:chgData name="Osvaldo Luiz Santos Pereira" userId="c308351cf5a860c7" providerId="LiveId" clId="{FF50A428-8404-43B7-91A5-32EC1E87C1D5}" dt="2025-07-19T22:59:22.717" v="3977" actId="14100"/>
          <ac:spMkLst>
            <pc:docMk/>
            <pc:sldMk cId="35454892" sldId="263"/>
            <ac:spMk id="3" creationId="{15F32F4D-3FA1-6FC5-106C-F756842D2274}"/>
          </ac:spMkLst>
        </pc:spChg>
        <pc:spChg chg="add mod">
          <ac:chgData name="Osvaldo Luiz Santos Pereira" userId="c308351cf5a860c7" providerId="LiveId" clId="{FF50A428-8404-43B7-91A5-32EC1E87C1D5}" dt="2025-07-15T22:45:04.807" v="921" actId="6549"/>
          <ac:spMkLst>
            <pc:docMk/>
            <pc:sldMk cId="35454892" sldId="263"/>
            <ac:spMk id="4" creationId="{D15E3E23-4357-31F1-34CE-6224BC2F8C05}"/>
          </ac:spMkLst>
        </pc:spChg>
        <pc:spChg chg="add mod">
          <ac:chgData name="Osvaldo Luiz Santos Pereira" userId="c308351cf5a860c7" providerId="LiveId" clId="{FF50A428-8404-43B7-91A5-32EC1E87C1D5}" dt="2025-07-15T22:42:33.171" v="882" actId="1076"/>
          <ac:spMkLst>
            <pc:docMk/>
            <pc:sldMk cId="35454892" sldId="263"/>
            <ac:spMk id="5" creationId="{3147D523-6DEF-3AD8-97C2-75CD2C613437}"/>
          </ac:spMkLst>
        </pc:spChg>
        <pc:spChg chg="add mod">
          <ac:chgData name="Osvaldo Luiz Santos Pereira" userId="c308351cf5a860c7" providerId="LiveId" clId="{FF50A428-8404-43B7-91A5-32EC1E87C1D5}" dt="2025-07-19T22:59:25.483" v="3982" actId="20577"/>
          <ac:spMkLst>
            <pc:docMk/>
            <pc:sldMk cId="35454892" sldId="263"/>
            <ac:spMk id="8" creationId="{6760B267-0754-FA6A-B15E-6F9BA4BDCDCA}"/>
          </ac:spMkLst>
        </pc:spChg>
        <pc:spChg chg="add mod">
          <ac:chgData name="Osvaldo Luiz Santos Pereira" userId="c308351cf5a860c7" providerId="LiveId" clId="{FF50A428-8404-43B7-91A5-32EC1E87C1D5}" dt="2025-07-19T23:01:20.350" v="4404" actId="6549"/>
          <ac:spMkLst>
            <pc:docMk/>
            <pc:sldMk cId="35454892" sldId="263"/>
            <ac:spMk id="9" creationId="{43636333-28EE-9B4B-1ABC-479CF75D8693}"/>
          </ac:spMkLst>
        </pc:spChg>
        <pc:spChg chg="add mod">
          <ac:chgData name="Osvaldo Luiz Santos Pereira" userId="c308351cf5a860c7" providerId="LiveId" clId="{FF50A428-8404-43B7-91A5-32EC1E87C1D5}" dt="2025-07-15T22:45:36.969" v="930" actId="1076"/>
          <ac:spMkLst>
            <pc:docMk/>
            <pc:sldMk cId="35454892" sldId="263"/>
            <ac:spMk id="10" creationId="{98CEF312-42FD-A67D-3798-8455B5707D87}"/>
          </ac:spMkLst>
        </pc:spChg>
        <pc:spChg chg="add mod">
          <ac:chgData name="Osvaldo Luiz Santos Pereira" userId="c308351cf5a860c7" providerId="LiveId" clId="{FF50A428-8404-43B7-91A5-32EC1E87C1D5}" dt="2025-07-19T23:01:25.458" v="4409" actId="20577"/>
          <ac:spMkLst>
            <pc:docMk/>
            <pc:sldMk cId="35454892" sldId="263"/>
            <ac:spMk id="11" creationId="{7261AA3C-1BE4-2760-15C9-3F9A72F84D82}"/>
          </ac:spMkLst>
        </pc:spChg>
        <pc:spChg chg="add mod">
          <ac:chgData name="Osvaldo Luiz Santos Pereira" userId="c308351cf5a860c7" providerId="LiveId" clId="{FF50A428-8404-43B7-91A5-32EC1E87C1D5}" dt="2025-07-15T22:45:35.056" v="929" actId="1076"/>
          <ac:spMkLst>
            <pc:docMk/>
            <pc:sldMk cId="35454892" sldId="263"/>
            <ac:spMk id="12" creationId="{CF941426-DC11-A6F8-B42D-A48A03B4E3A4}"/>
          </ac:spMkLst>
        </pc:spChg>
        <pc:spChg chg="add mod">
          <ac:chgData name="Osvaldo Luiz Santos Pereira" userId="c308351cf5a860c7" providerId="LiveId" clId="{FF50A428-8404-43B7-91A5-32EC1E87C1D5}" dt="2025-07-19T23:06:56.971" v="5364" actId="14100"/>
          <ac:spMkLst>
            <pc:docMk/>
            <pc:sldMk cId="35454892" sldId="263"/>
            <ac:spMk id="15" creationId="{2CA34688-D4A9-A4D7-D874-D90E5C646D2C}"/>
          </ac:spMkLst>
        </pc:spChg>
        <pc:picChg chg="add mod modCrop">
          <ac:chgData name="Osvaldo Luiz Santos Pereira" userId="c308351cf5a860c7" providerId="LiveId" clId="{FF50A428-8404-43B7-91A5-32EC1E87C1D5}" dt="2025-07-16T00:47:32.381" v="1007" actId="1076"/>
          <ac:picMkLst>
            <pc:docMk/>
            <pc:sldMk cId="35454892" sldId="263"/>
            <ac:picMk id="20" creationId="{9410BA03-7EBD-4807-C165-0FD991AD1F20}"/>
          </ac:picMkLst>
        </pc:picChg>
      </pc:sld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0" sldId="2147483648"/>
        </pc:sldMasterMkLst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5"/>
          </pc:sldLayoutMkLst>
        </pc:sldLayoutChg>
      </pc:sldMaster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797814860" sldId="2147483656"/>
        </pc:sldMasterMkLst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12815338" sldId="2147483668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82889915" sldId="2147483669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2300151282" sldId="2147483670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96598828" sldId="2147483671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647623555" sldId="2147483672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014888570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4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1pPr>
    <a:lvl2pPr marL="285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2pPr>
    <a:lvl3pPr marL="571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3pPr>
    <a:lvl4pPr marL="857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4pPr>
    <a:lvl5pPr marL="1143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5pPr>
    <a:lvl6pPr marL="1428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6pPr>
    <a:lvl7pPr marL="1714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7pPr>
    <a:lvl8pPr marL="2000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8pPr>
    <a:lvl9pPr marL="2286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84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040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172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7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8810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3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351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785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833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384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225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824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518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824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046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51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13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8474" y="1565152"/>
            <a:ext cx="5408428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31"/>
              </a:lnSpc>
            </a:pP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Tunelamento</a:t>
            </a:r>
            <a:r>
              <a:rPr lang="en-US" sz="2406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Quântico</a:t>
            </a:r>
            <a:r>
              <a:rPr lang="en-US" sz="2406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</a:t>
            </a:r>
          </a:p>
          <a:p>
            <a:pPr>
              <a:lnSpc>
                <a:spcPts val="3031"/>
              </a:lnSpc>
            </a:pP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Desafiando</a:t>
            </a:r>
            <a:r>
              <a:rPr lang="en-US" sz="2406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barreiras</a:t>
            </a:r>
            <a:r>
              <a:rPr lang="en-US" sz="2406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clássicas</a:t>
            </a:r>
            <a:endParaRPr lang="en-US" sz="2406" dirty="0"/>
          </a:p>
        </p:txBody>
      </p:sp>
      <p:sp>
        <p:nvSpPr>
          <p:cNvPr id="4" name="Text 1"/>
          <p:cNvSpPr/>
          <p:nvPr/>
        </p:nvSpPr>
        <p:spPr>
          <a:xfrm>
            <a:off x="225046" y="2531343"/>
            <a:ext cx="4966378" cy="87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pt-BR" sz="1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Bem-vindo a uma exploração de um dos fenômenos mais fascinantes da mecânica quântica: o tunelamento quântico. Nesta apresentação, vamos examinar como partículas podem atravessar barreiras que seriam impossíveis segundo a física clássica e descobrir os fundamentos matemáticos e as aplicações reais desse comportamento contraintuitivo.</a:t>
            </a:r>
            <a:endParaRPr lang="en-US" sz="1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52578" y="981820"/>
            <a:ext cx="4667846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31"/>
              </a:lnSpc>
            </a:pP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Fundamentos</a:t>
            </a:r>
            <a:r>
              <a:rPr lang="en-US" sz="2406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Matemáticos</a:t>
            </a:r>
            <a:r>
              <a:rPr lang="en-US" sz="2406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</a:t>
            </a: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Equação</a:t>
            </a:r>
            <a:r>
              <a:rPr lang="en-US" sz="2406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Schrödinger</a:t>
            </a:r>
            <a:endParaRPr lang="en-US" sz="2406" dirty="0"/>
          </a:p>
        </p:txBody>
      </p:sp>
      <p:sp>
        <p:nvSpPr>
          <p:cNvPr id="4" name="Text 1"/>
          <p:cNvSpPr/>
          <p:nvPr/>
        </p:nvSpPr>
        <p:spPr>
          <a:xfrm>
            <a:off x="3952578" y="1948011"/>
            <a:ext cx="4667846" cy="4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44"/>
              </a:lnSpc>
            </a:pPr>
            <a:endParaRPr lang="en-US" sz="115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2"/>
              <p:cNvSpPr/>
              <p:nvPr/>
            </p:nvSpPr>
            <p:spPr>
              <a:xfrm>
                <a:off x="3952578" y="2888283"/>
                <a:ext cx="4667846" cy="15348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pt-BR" sz="1000" dirty="0">
                    <a:solidFill>
                      <a:schemeClr val="bg1"/>
                    </a:solidFill>
                  </a:rPr>
                  <a:t>A equação de </a:t>
                </a:r>
                <a:r>
                  <a:rPr lang="pt-BR" sz="1000" dirty="0" err="1">
                    <a:solidFill>
                      <a:schemeClr val="bg1"/>
                    </a:solidFill>
                  </a:rPr>
                  <a:t>Schrödinger</a:t>
                </a:r>
                <a:r>
                  <a:rPr lang="pt-BR" sz="1000" dirty="0">
                    <a:solidFill>
                      <a:schemeClr val="bg1"/>
                    </a:solidFill>
                  </a:rPr>
                  <a:t> dependente do tempo apresentada acima rege a evolução dos pacotes de onda quânticos. Essa equação fundamental descreve como um estado quântico varia ao longo do tempo, incorporando tanto a energia cinética (o termo derivativo) quanto a energia potencial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1000" dirty="0">
                    <a:solidFill>
                      <a:schemeClr val="bg1"/>
                    </a:solidFill>
                  </a:rPr>
                  <a:t>.</a:t>
                </a:r>
              </a:p>
              <a:p>
                <a:endParaRPr lang="pt-BR" sz="1000" dirty="0">
                  <a:solidFill>
                    <a:schemeClr val="bg1"/>
                  </a:solidFill>
                </a:endParaRPr>
              </a:p>
              <a:p>
                <a:r>
                  <a:rPr lang="pt-BR" sz="1000" dirty="0">
                    <a:solidFill>
                      <a:schemeClr val="bg1"/>
                    </a:solidFill>
                  </a:rPr>
                  <a:t>Para um pacote de onda </a:t>
                </a:r>
                <a14:m>
                  <m:oMath xmlns:m="http://schemas.openxmlformats.org/officeDocument/2006/math"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1000" dirty="0">
                    <a:solidFill>
                      <a:schemeClr val="bg1"/>
                    </a:solidFill>
                  </a:rPr>
                  <a:t> inicialmente localizado no espaço, essa equação prevê com precisão como a amplitude de probabilidade se espalhará e interagirá com barreiras de potencial de maneiras que desafiam nossa intuição clássica.</a:t>
                </a:r>
                <a:endParaRPr 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78" y="2888283"/>
                <a:ext cx="4667846" cy="1534861"/>
              </a:xfrm>
              <a:prstGeom prst="rect">
                <a:avLst/>
              </a:prstGeom>
              <a:blipFill>
                <a:blip r:embed="rId3"/>
                <a:stretch>
                  <a:fillRect l="-1697" t="-2381" r="-783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6D2E538-5F3B-86BD-4CAA-07CD40B1B13C}"/>
                  </a:ext>
                </a:extLst>
              </p:cNvPr>
              <p:cNvSpPr txBox="1"/>
              <p:nvPr/>
            </p:nvSpPr>
            <p:spPr>
              <a:xfrm>
                <a:off x="4041376" y="1986470"/>
                <a:ext cx="3993016" cy="6249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𝜕𝜓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f>
                            <m:f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6D2E538-5F3B-86BD-4CAA-07CD40B1B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376" y="1986470"/>
                <a:ext cx="3993016" cy="6249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1F5F004E-F5BC-BBFB-D4D1-38CAB7108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2000"/>
    </mc:Choice>
    <mc:Fallback xmlns="">
      <p:transition spd="slow" advClick="0" advTm="3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171" y="270943"/>
            <a:ext cx="3596582" cy="28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81"/>
              </a:lnSpc>
            </a:pPr>
            <a:r>
              <a:rPr lang="en-US" sz="1813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Barreira de </a:t>
            </a:r>
            <a:r>
              <a:rPr lang="en-US" sz="1813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Potencial</a:t>
            </a:r>
            <a:r>
              <a:rPr lang="en-US" sz="1813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813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</a:t>
            </a:r>
            <a:r>
              <a:rPr lang="en-US" sz="1813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813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Degrau</a:t>
            </a:r>
            <a:endParaRPr lang="en-US" sz="1813" dirty="0"/>
          </a:p>
        </p:txBody>
      </p:sp>
      <p:sp>
        <p:nvSpPr>
          <p:cNvPr id="3" name="Text 1"/>
          <p:cNvSpPr/>
          <p:nvPr/>
        </p:nvSpPr>
        <p:spPr>
          <a:xfrm>
            <a:off x="394171" y="697561"/>
            <a:ext cx="4057650" cy="315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19"/>
              </a:lnSpc>
            </a:pP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pacote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onda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está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inicialmente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localizado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no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lado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esquerdo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barreira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potencial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em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degrau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definida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matematicamente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seguinte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forma: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94171" y="1237135"/>
            <a:ext cx="4057650" cy="402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75"/>
              </a:lnSpc>
            </a:pPr>
            <a:endParaRPr lang="en-US" sz="844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3"/>
              <p:cNvSpPr/>
              <p:nvPr/>
            </p:nvSpPr>
            <p:spPr>
              <a:xfrm>
                <a:off x="394171" y="1836201"/>
                <a:ext cx="4057650" cy="6178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219"/>
                  </a:lnSpc>
                </a:pP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equação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acima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descreve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um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salto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repentino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energia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potencial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posição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 </a:t>
                </a:r>
                <a14:m>
                  <m:oMath xmlns:m="http://schemas.openxmlformats.org/officeDocument/2006/math">
                    <m:r>
                      <a:rPr lang="pt-BR" sz="1000" b="0" i="1" smtClean="0">
                        <a:solidFill>
                          <a:srgbClr val="D6E5EF"/>
                        </a:solidFill>
                        <a:latin typeface="Cambria Math" panose="02040503050406030204" pitchFamily="18" charset="0"/>
                        <a:ea typeface="Source Sans Pro" pitchFamily="34" charset="-122"/>
                        <a:cs typeface="Source Sans Pro" pitchFamily="34" charset="-120"/>
                      </a:rPr>
                      <m:t>𝑥</m:t>
                    </m:r>
                    <m:r>
                      <a:rPr lang="pt-BR" sz="1000" b="0" i="1" smtClean="0">
                        <a:solidFill>
                          <a:srgbClr val="D6E5EF"/>
                        </a:solidFill>
                        <a:latin typeface="Cambria Math" panose="02040503050406030204" pitchFamily="18" charset="0"/>
                        <a:ea typeface="Source Sans Pro" pitchFamily="34" charset="-122"/>
                        <a:cs typeface="Source Sans Pro" pitchFamily="34" charset="-120"/>
                      </a:rPr>
                      <m:t>=0</m:t>
                    </m:r>
                  </m:oMath>
                </a14:m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. Em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física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clássica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, 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partícula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com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energia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 sz="1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pt-BR" sz="1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seria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completamente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refletida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pela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barreira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,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sendo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incapaz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atravessar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até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o outro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lado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barreira</a:t>
                </a:r>
                <a:endParaRPr lang="en-US" sz="1000" dirty="0"/>
              </a:p>
            </p:txBody>
          </p:sp>
        </mc:Choice>
        <mc:Fallback xmlns="">
          <p:sp>
            <p:nvSpPr>
              <p:cNvPr id="6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71" y="1836201"/>
                <a:ext cx="4057650" cy="617861"/>
              </a:xfrm>
              <a:prstGeom prst="rect">
                <a:avLst/>
              </a:prstGeom>
              <a:blipFill>
                <a:blip r:embed="rId3"/>
                <a:stretch>
                  <a:fillRect l="-1955" t="-5882" b="-11765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4"/>
          <p:cNvSpPr/>
          <p:nvPr/>
        </p:nvSpPr>
        <p:spPr>
          <a:xfrm>
            <a:off x="4895415" y="4175106"/>
            <a:ext cx="4057650" cy="61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19"/>
              </a:lnSpc>
            </a:pP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barreira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potencial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degrau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cria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três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regiões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distintas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sendo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uma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barreira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entre duas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regiões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qual 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partícula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se 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encontra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livre,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desafiando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função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onda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 ser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refletida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transmitida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através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região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II que é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classicamente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proibida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CF00D6C-45DE-6802-A778-88CA07BBFACF}"/>
                  </a:ext>
                </a:extLst>
              </p:cNvPr>
              <p:cNvSpPr txBox="1"/>
              <p:nvPr/>
            </p:nvSpPr>
            <p:spPr>
              <a:xfrm>
                <a:off x="993375" y="1129382"/>
                <a:ext cx="2284856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≥0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CF00D6C-45DE-6802-A778-88CA07BBF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75" y="1129382"/>
                <a:ext cx="2284856" cy="6178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3">
                <a:extLst>
                  <a:ext uri="{FF2B5EF4-FFF2-40B4-BE49-F238E27FC236}">
                    <a16:creationId xmlns:a16="http://schemas.microsoft.com/office/drawing/2014/main" id="{76A0974B-8DD0-57FF-1F16-C8E0ED6DAC57}"/>
                  </a:ext>
                </a:extLst>
              </p:cNvPr>
              <p:cNvSpPr/>
              <p:nvPr/>
            </p:nvSpPr>
            <p:spPr>
              <a:xfrm>
                <a:off x="394171" y="2521409"/>
                <a:ext cx="4057650" cy="8827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barreira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cria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duas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regiões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espaciais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</a:t>
                </a:r>
              </a:p>
              <a:p>
                <a:endParaRPr lang="en-US" sz="10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1000" b="1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000" b="1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 </a:t>
                </a:r>
                <a14:m>
                  <m:oMath xmlns:m="http://schemas.openxmlformats.org/officeDocument/2006/math">
                    <m:r>
                      <a:rPr lang="pt-B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&lt;0)</m:t>
                    </m:r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propagação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livre,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o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é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igual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zero. Uma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quântica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comporta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como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uma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livre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sendo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tipicamente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descrita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pela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superposição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ondas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planas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5" name="Text 3">
                <a:extLst>
                  <a:ext uri="{FF2B5EF4-FFF2-40B4-BE49-F238E27FC236}">
                    <a16:creationId xmlns:a16="http://schemas.microsoft.com/office/drawing/2014/main" id="{76A0974B-8DD0-57FF-1F16-C8E0ED6DAC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71" y="2521409"/>
                <a:ext cx="4057650" cy="882785"/>
              </a:xfrm>
              <a:prstGeom prst="rect">
                <a:avLst/>
              </a:prstGeom>
              <a:blipFill>
                <a:blip r:embed="rId5"/>
                <a:stretch>
                  <a:fillRect l="-1955" t="-4167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BD6A8D26-EB41-B790-34C1-F1605E9CDF79}"/>
                  </a:ext>
                </a:extLst>
              </p:cNvPr>
              <p:cNvSpPr txBox="1"/>
              <p:nvPr/>
            </p:nvSpPr>
            <p:spPr>
              <a:xfrm>
                <a:off x="993375" y="3443478"/>
                <a:ext cx="2321212" cy="285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BD6A8D26-EB41-B790-34C1-F1605E9CD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75" y="3443478"/>
                <a:ext cx="2321212" cy="285912"/>
              </a:xfrm>
              <a:prstGeom prst="rect">
                <a:avLst/>
              </a:prstGeom>
              <a:blipFill>
                <a:blip r:embed="rId6"/>
                <a:stretch>
                  <a:fillRect l="-3150" b="-34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3">
                <a:extLst>
                  <a:ext uri="{FF2B5EF4-FFF2-40B4-BE49-F238E27FC236}">
                    <a16:creationId xmlns:a16="http://schemas.microsoft.com/office/drawing/2014/main" id="{47A8E4C8-9909-1CC8-95B1-9FB016716761}"/>
                  </a:ext>
                </a:extLst>
              </p:cNvPr>
              <p:cNvSpPr/>
              <p:nvPr/>
            </p:nvSpPr>
            <p:spPr>
              <a:xfrm>
                <a:off x="394171" y="3906365"/>
                <a:ext cx="4057650" cy="8827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sendo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uma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constante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que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representa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incidente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pt-B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𝐵</m:t>
                    </m:r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uma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constante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que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representa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refletida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</a:t>
                </a:r>
              </a:p>
              <a:p>
                <a:endParaRPr lang="en-US" sz="10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1000" b="1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000" b="1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II </a:t>
                </a:r>
                <a14:m>
                  <m:oMath xmlns:m="http://schemas.openxmlformats.org/officeDocument/2006/math">
                    <m:r>
                      <a:rPr lang="pt-B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≥0)</m:t>
                    </m:r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com o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degrau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encontra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o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pt-BR" sz="1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​. A forma da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função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depende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energua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total da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em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relação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à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altura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do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barreira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pt-BR" sz="1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​.</a:t>
                </a:r>
              </a:p>
            </p:txBody>
          </p:sp>
        </mc:Choice>
        <mc:Fallback xmlns="">
          <p:sp>
            <p:nvSpPr>
              <p:cNvPr id="19" name="Text 3">
                <a:extLst>
                  <a:ext uri="{FF2B5EF4-FFF2-40B4-BE49-F238E27FC236}">
                    <a16:creationId xmlns:a16="http://schemas.microsoft.com/office/drawing/2014/main" id="{47A8E4C8-9909-1CC8-95B1-9FB0167167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71" y="3906365"/>
                <a:ext cx="4057650" cy="882785"/>
              </a:xfrm>
              <a:prstGeom prst="rect">
                <a:avLst/>
              </a:prstGeom>
              <a:blipFill>
                <a:blip r:embed="rId7"/>
                <a:stretch>
                  <a:fillRect l="-1955" t="-4138" r="-1504" b="-13103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8" name="Picture 6">
            <a:extLst>
              <a:ext uri="{FF2B5EF4-FFF2-40B4-BE49-F238E27FC236}">
                <a16:creationId xmlns:a16="http://schemas.microsoft.com/office/drawing/2014/main" id="{CD19698F-479B-0A95-325A-E881D40EE7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3" r="14013"/>
          <a:stretch>
            <a:fillRect/>
          </a:stretch>
        </p:blipFill>
        <p:spPr bwMode="auto">
          <a:xfrm>
            <a:off x="4884895" y="348134"/>
            <a:ext cx="4057650" cy="376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7000"/>
    </mc:Choice>
    <mc:Fallback xmlns="">
      <p:transition spd="slow" advClick="0" advTm="37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92AE720-29EF-96A2-35CC-D67FC69B95ED}"/>
              </a:ext>
            </a:extLst>
          </p:cNvPr>
          <p:cNvSpPr/>
          <p:nvPr/>
        </p:nvSpPr>
        <p:spPr>
          <a:xfrm>
            <a:off x="394171" y="270943"/>
            <a:ext cx="2800871" cy="28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81"/>
              </a:lnSpc>
            </a:pPr>
            <a:r>
              <a:rPr lang="en-US" sz="1813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Visão</a:t>
            </a:r>
            <a:r>
              <a:rPr lang="en-US" sz="1813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813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Clássica</a:t>
            </a:r>
            <a:r>
              <a:rPr lang="en-US" sz="1813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vs </a:t>
            </a:r>
            <a:r>
              <a:rPr lang="en-US" sz="1813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Quântica</a:t>
            </a:r>
            <a:endParaRPr lang="en-US" sz="1813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1">
                <a:extLst>
                  <a:ext uri="{FF2B5EF4-FFF2-40B4-BE49-F238E27FC236}">
                    <a16:creationId xmlns:a16="http://schemas.microsoft.com/office/drawing/2014/main" id="{FEF33A7D-A42B-081E-FB1F-9B123D9B2A0E}"/>
                  </a:ext>
                </a:extLst>
              </p:cNvPr>
              <p:cNvSpPr/>
              <p:nvPr/>
            </p:nvSpPr>
            <p:spPr>
              <a:xfrm>
                <a:off x="394171" y="697560"/>
                <a:ext cx="3733944" cy="353932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219"/>
                  </a:lnSpc>
                </a:pPr>
                <a:r>
                  <a:rPr lang="en-US" sz="1200" b="1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Classicamente</a:t>
                </a:r>
                <a:r>
                  <a:rPr lang="en-US" sz="12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pPr>
                  <a:lnSpc>
                    <a:spcPts val="1219"/>
                  </a:lnSpc>
                </a:pPr>
                <a:endParaRPr lang="en-US" sz="1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com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energia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 sz="1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pt-BR" sz="1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​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consegue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penetrar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porque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seria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totalmente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refletida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pela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barreira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já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que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possui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energia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suficiente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para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atravessar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altura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barreira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</a:t>
                </a:r>
              </a:p>
              <a:p>
                <a:pPr>
                  <a:lnSpc>
                    <a:spcPts val="1219"/>
                  </a:lnSpc>
                </a:pPr>
                <a:endParaRPr lang="en-US" sz="1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r>
                  <a:rPr lang="en-US" sz="1200" b="1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Quanticamente</a:t>
                </a:r>
                <a:endParaRPr lang="en-US" sz="12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situação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é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diferente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devido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caráter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dual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partícula-onda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que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ocorre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mecânica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quântica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 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equação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Schrödinger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requer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que tanto 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função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quanto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sua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derivada</a:t>
                </a:r>
                <a:endParaRPr lang="en-US" sz="1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pPr>
                  <a:lnSpc>
                    <a:spcPts val="1219"/>
                  </a:lnSpc>
                </a:pP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sejam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contínuas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em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 Essa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condição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continuidade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leva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diretamente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uma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amplitude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nula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II,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mesmo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quando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energia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é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menor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que 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altura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barreira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degrau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 sz="1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pt-BR" sz="1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​.</a:t>
                </a:r>
              </a:p>
            </p:txBody>
          </p:sp>
        </mc:Choice>
        <mc:Fallback xmlns="">
          <p:sp>
            <p:nvSpPr>
              <p:cNvPr id="4" name="Text 1">
                <a:extLst>
                  <a:ext uri="{FF2B5EF4-FFF2-40B4-BE49-F238E27FC236}">
                    <a16:creationId xmlns:a16="http://schemas.microsoft.com/office/drawing/2014/main" id="{FEF33A7D-A42B-081E-FB1F-9B123D9B2A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71" y="697560"/>
                <a:ext cx="3733944" cy="3539329"/>
              </a:xfrm>
              <a:prstGeom prst="rect">
                <a:avLst/>
              </a:prstGeom>
              <a:blipFill>
                <a:blip r:embed="rId2"/>
                <a:stretch>
                  <a:fillRect l="-2614" t="-2065" r="-1961" b="-5680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5" name="Picture 9">
            <a:extLst>
              <a:ext uri="{FF2B5EF4-FFF2-40B4-BE49-F238E27FC236}">
                <a16:creationId xmlns:a16="http://schemas.microsoft.com/office/drawing/2014/main" id="{58ED27E3-B3A8-FB03-C73F-32EF7ED9A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887" y="270943"/>
            <a:ext cx="3898605" cy="389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FD968347-12D7-2717-63BA-1B2CDD22E2D1}"/>
              </a:ext>
            </a:extLst>
          </p:cNvPr>
          <p:cNvSpPr/>
          <p:nvPr/>
        </p:nvSpPr>
        <p:spPr>
          <a:xfrm>
            <a:off x="5015887" y="4236889"/>
            <a:ext cx="3898605" cy="807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19"/>
              </a:lnSpc>
            </a:pPr>
            <a:r>
              <a:rPr lang="en-US" sz="1000" b="1" dirty="0">
                <a:solidFill>
                  <a:schemeClr val="bg1"/>
                </a:solidFill>
              </a:rPr>
              <a:t>In classical physics</a:t>
            </a:r>
            <a:r>
              <a:rPr lang="en-US" sz="1000" dirty="0">
                <a:solidFill>
                  <a:schemeClr val="bg1"/>
                </a:solidFill>
              </a:rPr>
              <a:t>, a particle must climb over an energy barrier, like pushing a rock up a hill. However, in quantum physics, particles can "tunnel" through the barrier even when they lack sufficient energy to overcome it. This visualization captures the contrast between classical effort and quantum probability.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7003CBE-846F-7934-4A7B-49D55D4BA5EC}"/>
                  </a:ext>
                </a:extLst>
              </p:cNvPr>
              <p:cNvSpPr txBox="1"/>
              <p:nvPr/>
            </p:nvSpPr>
            <p:spPr>
              <a:xfrm>
                <a:off x="0" y="2966185"/>
                <a:ext cx="4572000" cy="617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219"/>
                  </a:lnSpc>
                </a:pPr>
                <a:endParaRPr lang="en-US" sz="105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algn="ctr">
                  <a:lnSpc>
                    <a:spcPts val="1219"/>
                  </a:lnSpc>
                </a:pPr>
                <a:endParaRPr lang="en-US" sz="105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algn="ctr">
                  <a:lnSpc>
                    <a:spcPts val="1219"/>
                  </a:lnSpc>
                </a:pPr>
                <a:r>
                  <a:rPr lang="en-US" sz="105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pt-BR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​</a:t>
                </a: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7003CBE-846F-7934-4A7B-49D55D4BA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66185"/>
                <a:ext cx="4572000" cy="617285"/>
              </a:xfrm>
              <a:prstGeom prst="rect">
                <a:avLst/>
              </a:prstGeom>
              <a:blipFill>
                <a:blip r:embed="rId4"/>
                <a:stretch>
                  <a:fillRect b="-49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052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2000"/>
    </mc:Choice>
    <mc:Fallback xmlns="">
      <p:transition spd="slow" advClick="0" advTm="3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A7E5E-D556-A361-A74D-C219BB1B5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6E1C4A-91CB-9D62-5EF8-B28CEED0DE5F}"/>
              </a:ext>
            </a:extLst>
          </p:cNvPr>
          <p:cNvSpPr/>
          <p:nvPr/>
        </p:nvSpPr>
        <p:spPr>
          <a:xfrm>
            <a:off x="394171" y="270943"/>
            <a:ext cx="3733944" cy="28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81"/>
              </a:lnSpc>
            </a:pPr>
            <a:r>
              <a:rPr lang="en-US" sz="1813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Comportamento</a:t>
            </a:r>
            <a:r>
              <a:rPr lang="en-US" sz="1813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</a:t>
            </a:r>
            <a:r>
              <a:rPr lang="en-US" sz="1813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Tunelamento</a:t>
            </a:r>
            <a:endParaRPr lang="en-US" sz="1813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15F32F4D-3FA1-6FC5-106C-F756842D2274}"/>
                  </a:ext>
                </a:extLst>
              </p:cNvPr>
              <p:cNvSpPr/>
              <p:nvPr/>
            </p:nvSpPr>
            <p:spPr>
              <a:xfrm>
                <a:off x="394171" y="697561"/>
                <a:ext cx="3936824" cy="21683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219"/>
                  </a:lnSpc>
                </a:pP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Quando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 sz="1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pt-BR" sz="1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função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pt-BR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II decai exponencialmente</a:t>
                </a:r>
                <a:endParaRPr lang="en-US" sz="1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15F32F4D-3FA1-6FC5-106C-F756842D22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71" y="697561"/>
                <a:ext cx="3936824" cy="216839"/>
              </a:xfrm>
              <a:prstGeom prst="rect">
                <a:avLst/>
              </a:prstGeom>
              <a:blipFill>
                <a:blip r:embed="rId2"/>
                <a:stretch>
                  <a:fillRect l="-2016" t="-13889" b="-8333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D15E3E23-4357-31F1-34CE-6224BC2F8C05}"/>
                  </a:ext>
                </a:extLst>
              </p:cNvPr>
              <p:cNvSpPr txBox="1"/>
              <p:nvPr/>
            </p:nvSpPr>
            <p:spPr>
              <a:xfrm>
                <a:off x="1542923" y="1051175"/>
                <a:ext cx="1620059" cy="285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bg1"/>
                    </a:solidFill>
                  </a:rPr>
                  <a:t>,</a:t>
                </a: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D15E3E23-4357-31F1-34CE-6224BC2F8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923" y="1051175"/>
                <a:ext cx="1620059" cy="285912"/>
              </a:xfrm>
              <a:prstGeom prst="rect">
                <a:avLst/>
              </a:prstGeom>
              <a:blipFill>
                <a:blip r:embed="rId3"/>
                <a:stretch>
                  <a:fillRect l="-6767" t="-27660" r="-4135" b="-468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147D523-6DEF-3AD8-97C2-75CD2C613437}"/>
                  </a:ext>
                </a:extLst>
              </p:cNvPr>
              <p:cNvSpPr txBox="1"/>
              <p:nvPr/>
            </p:nvSpPr>
            <p:spPr>
              <a:xfrm>
                <a:off x="1435083" y="1790747"/>
                <a:ext cx="1825500" cy="594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num>
                        <m:den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147D523-6DEF-3AD8-97C2-75CD2C613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083" y="1790747"/>
                <a:ext cx="1825500" cy="594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1">
            <a:extLst>
              <a:ext uri="{FF2B5EF4-FFF2-40B4-BE49-F238E27FC236}">
                <a16:creationId xmlns:a16="http://schemas.microsoft.com/office/drawing/2014/main" id="{6760B267-0754-FA6A-B15E-6F9BA4BDCDCA}"/>
              </a:ext>
            </a:extLst>
          </p:cNvPr>
          <p:cNvSpPr/>
          <p:nvPr/>
        </p:nvSpPr>
        <p:spPr>
          <a:xfrm>
            <a:off x="394171" y="1490939"/>
            <a:ext cx="3733944" cy="21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19"/>
              </a:lnSpc>
            </a:pPr>
            <a:r>
              <a:rPr lang="pt-BR" sz="1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sendo</a:t>
            </a:r>
            <a:endParaRPr lang="en-US" sz="1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1">
                <a:extLst>
                  <a:ext uri="{FF2B5EF4-FFF2-40B4-BE49-F238E27FC236}">
                    <a16:creationId xmlns:a16="http://schemas.microsoft.com/office/drawing/2014/main" id="{43636333-28EE-9B4B-1ABC-479CF75D8693}"/>
                  </a:ext>
                </a:extLst>
              </p:cNvPr>
              <p:cNvSpPr/>
              <p:nvPr/>
            </p:nvSpPr>
            <p:spPr>
              <a:xfrm>
                <a:off x="394170" y="2650004"/>
                <a:ext cx="3986444" cy="8729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Essa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solução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representa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o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tunelamento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quântica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no qual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existe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uma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probabilidade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nula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ser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encontrada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fora da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barreira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tanto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quanto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III, 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dentro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II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o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é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nulo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classicamente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proibida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 </a:t>
                </a:r>
              </a:p>
              <a:p>
                <a:endParaRPr lang="en-US" sz="1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pt-BR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pt-BR" sz="1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​, a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função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II se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torna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oscilatória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novamente</a:t>
                </a:r>
                <a:r>
                  <a:rPr lang="en-US" sz="1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</a:t>
                </a:r>
              </a:p>
              <a:p>
                <a:pPr>
                  <a:lnSpc>
                    <a:spcPts val="1219"/>
                  </a:lnSpc>
                </a:pPr>
                <a:endParaRPr lang="en-US" sz="1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9" name="Text 1">
                <a:extLst>
                  <a:ext uri="{FF2B5EF4-FFF2-40B4-BE49-F238E27FC236}">
                    <a16:creationId xmlns:a16="http://schemas.microsoft.com/office/drawing/2014/main" id="{43636333-28EE-9B4B-1ABC-479CF75D86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70" y="2650004"/>
                <a:ext cx="3986444" cy="872917"/>
              </a:xfrm>
              <a:prstGeom prst="rect">
                <a:avLst/>
              </a:prstGeom>
              <a:blipFill>
                <a:blip r:embed="rId5"/>
                <a:stretch>
                  <a:fillRect l="-1988" t="-4196" r="-1529" b="-14685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98CEF312-42FD-A67D-3798-8455B5707D87}"/>
                  </a:ext>
                </a:extLst>
              </p:cNvPr>
              <p:cNvSpPr txBox="1"/>
              <p:nvPr/>
            </p:nvSpPr>
            <p:spPr>
              <a:xfrm>
                <a:off x="1542923" y="3629705"/>
                <a:ext cx="2462725" cy="285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𝑖𝑞</m:t>
                        </m:r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𝑖𝑞𝑥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bg1"/>
                    </a:solidFill>
                  </a:rPr>
                  <a:t>,</a:t>
                </a: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98CEF312-42FD-A67D-3798-8455B5707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923" y="3629705"/>
                <a:ext cx="2462725" cy="285912"/>
              </a:xfrm>
              <a:prstGeom prst="rect">
                <a:avLst/>
              </a:prstGeom>
              <a:blipFill>
                <a:blip r:embed="rId6"/>
                <a:stretch>
                  <a:fillRect l="-4455" t="-23404" r="-4950" b="-510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1">
            <a:extLst>
              <a:ext uri="{FF2B5EF4-FFF2-40B4-BE49-F238E27FC236}">
                <a16:creationId xmlns:a16="http://schemas.microsoft.com/office/drawing/2014/main" id="{7261AA3C-1BE4-2760-15C9-3F9A72F84D82}"/>
              </a:ext>
            </a:extLst>
          </p:cNvPr>
          <p:cNvSpPr/>
          <p:nvPr/>
        </p:nvSpPr>
        <p:spPr>
          <a:xfrm>
            <a:off x="394171" y="4093357"/>
            <a:ext cx="3733944" cy="21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19"/>
              </a:lnSpc>
            </a:pPr>
            <a:r>
              <a:rPr lang="pt-BR" sz="1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sendo</a:t>
            </a:r>
            <a:endParaRPr lang="en-US" sz="1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F941426-DC11-A6F8-B42D-A48A03B4E3A4}"/>
                  </a:ext>
                </a:extLst>
              </p:cNvPr>
              <p:cNvSpPr txBox="1"/>
              <p:nvPr/>
            </p:nvSpPr>
            <p:spPr>
              <a:xfrm>
                <a:off x="1435083" y="4393952"/>
                <a:ext cx="1825500" cy="594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num>
                        <m:den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F941426-DC11-A6F8-B42D-A48A03B4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083" y="4393952"/>
                <a:ext cx="1825500" cy="594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Imagem 19">
            <a:extLst>
              <a:ext uri="{FF2B5EF4-FFF2-40B4-BE49-F238E27FC236}">
                <a16:creationId xmlns:a16="http://schemas.microsoft.com/office/drawing/2014/main" id="{9410BA03-7EBD-4807-C165-0FD991AD1F2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611" b="31455"/>
          <a:stretch>
            <a:fillRect/>
          </a:stretch>
        </p:blipFill>
        <p:spPr>
          <a:xfrm>
            <a:off x="4884895" y="270943"/>
            <a:ext cx="4003924" cy="34194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4">
                <a:extLst>
                  <a:ext uri="{FF2B5EF4-FFF2-40B4-BE49-F238E27FC236}">
                    <a16:creationId xmlns:a16="http://schemas.microsoft.com/office/drawing/2014/main" id="{2CA34688-D4A9-A4D7-D874-D90E5C646D2C}"/>
                  </a:ext>
                </a:extLst>
              </p:cNvPr>
              <p:cNvSpPr/>
              <p:nvPr/>
            </p:nvSpPr>
            <p:spPr>
              <a:xfrm>
                <a:off x="4895414" y="3825998"/>
                <a:ext cx="4135171" cy="125636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219"/>
                  </a:lnSpc>
                </a:pPr>
                <a:r>
                  <a:rPr lang="en-US" sz="1000" dirty="0" err="1">
                    <a:solidFill>
                      <a:schemeClr val="bg1"/>
                    </a:solidFill>
                  </a:rPr>
                  <a:t>Tunelamento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quântico</a:t>
                </a:r>
                <a:r>
                  <a:rPr lang="en-US" sz="1000" dirty="0">
                    <a:solidFill>
                      <a:schemeClr val="bg1"/>
                    </a:solidFill>
                  </a:rPr>
                  <a:t>: a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função</a:t>
                </a:r>
                <a:r>
                  <a:rPr lang="en-US" sz="1000" dirty="0">
                    <a:solidFill>
                      <a:schemeClr val="bg1"/>
                    </a:solidFill>
                  </a:rPr>
                  <a:t> de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onda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pt-B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000" dirty="0">
                    <a:solidFill>
                      <a:schemeClr val="bg1"/>
                    </a:solidFill>
                  </a:rPr>
                  <a:t>da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partícula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encontra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uma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barreira</a:t>
                </a:r>
                <a:r>
                  <a:rPr lang="en-US" sz="1000" dirty="0">
                    <a:solidFill>
                      <a:schemeClr val="bg1"/>
                    </a:solidFill>
                  </a:rPr>
                  <a:t> de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potencial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degrau</a:t>
                </a:r>
                <a:r>
                  <a:rPr lang="en-US" sz="1000" dirty="0">
                    <a:solidFill>
                      <a:schemeClr val="bg1"/>
                    </a:solidFill>
                  </a:rPr>
                  <a:t> com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altura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pt-BR" sz="1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bg1"/>
                    </a:solidFill>
                  </a:rPr>
                  <a:t>​. Na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física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clássica</a:t>
                </a:r>
                <a:r>
                  <a:rPr lang="en-US" sz="1000" dirty="0">
                    <a:solidFill>
                      <a:schemeClr val="bg1"/>
                    </a:solidFill>
                  </a:rPr>
                  <a:t>, a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partícula</a:t>
                </a:r>
                <a:r>
                  <a:rPr lang="en-US" sz="1000" dirty="0">
                    <a:solidFill>
                      <a:schemeClr val="bg1"/>
                    </a:solidFill>
                  </a:rPr>
                  <a:t> com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 sz="1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pt-BR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>
                    <a:solidFill>
                      <a:schemeClr val="bg1"/>
                    </a:solidFill>
                  </a:rPr>
                  <a:t>seria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totalmente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refletida</a:t>
                </a:r>
                <a:r>
                  <a:rPr lang="en-US" sz="1000" dirty="0">
                    <a:solidFill>
                      <a:schemeClr val="bg1"/>
                    </a:solidFill>
                  </a:rPr>
                  <a:t> pela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barreira</a:t>
                </a:r>
                <a:r>
                  <a:rPr lang="en-US" sz="1000" dirty="0">
                    <a:solidFill>
                      <a:schemeClr val="bg1"/>
                    </a:solidFill>
                  </a:rPr>
                  <a:t>, mas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na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mecânica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quântica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parte</a:t>
                </a:r>
                <a:r>
                  <a:rPr lang="en-US" sz="1000" dirty="0">
                    <a:solidFill>
                      <a:schemeClr val="bg1"/>
                    </a:solidFill>
                  </a:rPr>
                  <a:t> da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função</a:t>
                </a:r>
                <a:r>
                  <a:rPr lang="en-US" sz="1000" dirty="0">
                    <a:solidFill>
                      <a:schemeClr val="bg1"/>
                    </a:solidFill>
                  </a:rPr>
                  <a:t> de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onda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penetra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na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Região</a:t>
                </a:r>
                <a:r>
                  <a:rPr lang="en-US" sz="1000" dirty="0">
                    <a:solidFill>
                      <a:schemeClr val="bg1"/>
                    </a:solidFill>
                  </a:rPr>
                  <a:t> II,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parte</a:t>
                </a:r>
                <a:r>
                  <a:rPr lang="en-US" sz="1000" dirty="0">
                    <a:solidFill>
                      <a:schemeClr val="bg1"/>
                    </a:solidFill>
                  </a:rPr>
                  <a:t> é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refletida</a:t>
                </a:r>
                <a:r>
                  <a:rPr lang="en-US" sz="1000" dirty="0">
                    <a:solidFill>
                      <a:schemeClr val="bg1"/>
                    </a:solidFill>
                  </a:rPr>
                  <a:t> para a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Região</a:t>
                </a:r>
                <a:r>
                  <a:rPr lang="en-US" sz="1000" dirty="0">
                    <a:solidFill>
                      <a:schemeClr val="bg1"/>
                    </a:solidFill>
                  </a:rPr>
                  <a:t> I, e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parte</a:t>
                </a:r>
                <a:r>
                  <a:rPr lang="en-US" sz="1000" dirty="0">
                    <a:solidFill>
                      <a:schemeClr val="bg1"/>
                    </a:solidFill>
                  </a:rPr>
                  <a:t> é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transmitida</a:t>
                </a:r>
                <a:r>
                  <a:rPr lang="en-US" sz="1000" dirty="0">
                    <a:solidFill>
                      <a:schemeClr val="bg1"/>
                    </a:solidFill>
                  </a:rPr>
                  <a:t> para a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Região</a:t>
                </a:r>
                <a:r>
                  <a:rPr lang="en-US" sz="1000" dirty="0">
                    <a:solidFill>
                      <a:schemeClr val="bg1"/>
                    </a:solidFill>
                  </a:rPr>
                  <a:t> III. O comportment é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oscilatório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nas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Regiões</a:t>
                </a:r>
                <a:r>
                  <a:rPr lang="en-US" sz="1000" dirty="0">
                    <a:solidFill>
                      <a:schemeClr val="bg1"/>
                    </a:solidFill>
                  </a:rPr>
                  <a:t> I e III,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enquanto</a:t>
                </a:r>
                <a:r>
                  <a:rPr lang="en-US" sz="1000" dirty="0">
                    <a:solidFill>
                      <a:schemeClr val="bg1"/>
                    </a:solidFill>
                  </a:rPr>
                  <a:t> que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na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Reigão</a:t>
                </a:r>
                <a:r>
                  <a:rPr lang="en-US" sz="1000" dirty="0">
                    <a:solidFill>
                      <a:schemeClr val="bg1"/>
                    </a:solidFill>
                  </a:rPr>
                  <a:t> III o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comportamento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decai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exponencialmente</a:t>
                </a:r>
                <a:r>
                  <a:rPr lang="en-US" sz="1000" dirty="0">
                    <a:solidFill>
                      <a:schemeClr val="bg1"/>
                    </a:solidFill>
                  </a:rPr>
                  <a:t>. Esse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efeito</a:t>
                </a:r>
                <a:r>
                  <a:rPr lang="en-US" sz="1000" dirty="0">
                    <a:solidFill>
                      <a:schemeClr val="bg1"/>
                    </a:solidFill>
                  </a:rPr>
                  <a:t> contra-intuitive é a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chave</a:t>
                </a:r>
                <a:r>
                  <a:rPr lang="en-US" sz="1000" dirty="0">
                    <a:solidFill>
                      <a:schemeClr val="bg1"/>
                    </a:solidFill>
                  </a:rPr>
                  <a:t> para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aplicações</a:t>
                </a:r>
                <a:r>
                  <a:rPr lang="en-US" sz="1000" dirty="0">
                    <a:solidFill>
                      <a:schemeClr val="bg1"/>
                    </a:solidFill>
                  </a:rPr>
                  <a:t> no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mundo</a:t>
                </a:r>
                <a:r>
                  <a:rPr lang="en-US" sz="1000" dirty="0">
                    <a:solidFill>
                      <a:schemeClr val="bg1"/>
                    </a:solidFill>
                  </a:rPr>
                  <a:t> real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como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diodos</a:t>
                </a:r>
                <a:r>
                  <a:rPr lang="en-US" sz="1000" dirty="0">
                    <a:solidFill>
                      <a:schemeClr val="bg1"/>
                    </a:solidFill>
                  </a:rPr>
                  <a:t> e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computadores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quânticos</a:t>
                </a:r>
                <a:r>
                  <a:rPr lang="en-US" sz="1000" dirty="0">
                    <a:solidFill>
                      <a:schemeClr val="bg1"/>
                    </a:solidFill>
                  </a:rPr>
                  <a:t> e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até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mesmo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processos</a:t>
                </a:r>
                <a:r>
                  <a:rPr lang="en-US" sz="1000" dirty="0">
                    <a:solidFill>
                      <a:schemeClr val="bg1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estelares</a:t>
                </a:r>
                <a:r>
                  <a:rPr lang="en-US" sz="10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5" name="Text 4">
                <a:extLst>
                  <a:ext uri="{FF2B5EF4-FFF2-40B4-BE49-F238E27FC236}">
                    <a16:creationId xmlns:a16="http://schemas.microsoft.com/office/drawing/2014/main" id="{2CA34688-D4A9-A4D7-D874-D90E5C646D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414" y="3825998"/>
                <a:ext cx="4135171" cy="1256365"/>
              </a:xfrm>
              <a:prstGeom prst="rect">
                <a:avLst/>
              </a:prstGeom>
              <a:blipFill>
                <a:blip r:embed="rId9"/>
                <a:stretch>
                  <a:fillRect l="-1917" t="-2913" r="-2507" b="-3883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8000"/>
    </mc:Choice>
    <mc:Fallback xmlns="">
      <p:transition spd="slow" advClick="0" advTm="38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61157"/>
            <a:ext cx="5470848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31"/>
              </a:lnSpc>
            </a:pP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Fenômeno</a:t>
            </a:r>
            <a:r>
              <a:rPr lang="en-US" sz="2406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do </a:t>
            </a: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Tunelamento</a:t>
            </a:r>
            <a:r>
              <a:rPr lang="en-US" sz="2406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Quântico</a:t>
            </a:r>
            <a:endParaRPr lang="en-US" sz="2406" dirty="0"/>
          </a:p>
        </p:txBody>
      </p:sp>
      <p:sp>
        <p:nvSpPr>
          <p:cNvPr id="3" name="Shape 1"/>
          <p:cNvSpPr/>
          <p:nvPr/>
        </p:nvSpPr>
        <p:spPr>
          <a:xfrm>
            <a:off x="523578" y="1807890"/>
            <a:ext cx="2611636" cy="1608386"/>
          </a:xfrm>
          <a:prstGeom prst="roundRect">
            <a:avLst>
              <a:gd name="adj" fmla="val 4264"/>
            </a:avLst>
          </a:prstGeom>
          <a:noFill/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pt-BR" sz="703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90" y="1807890"/>
            <a:ext cx="57150" cy="16083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1622" y="1953072"/>
            <a:ext cx="202449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188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Dualidade Onda-</a:t>
            </a:r>
            <a:r>
              <a:rPr lang="en-US" sz="1188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Partícula</a:t>
            </a:r>
            <a:endParaRPr lang="en-US" sz="118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3"/>
              <p:cNvSpPr/>
              <p:nvPr/>
            </p:nvSpPr>
            <p:spPr>
              <a:xfrm>
                <a:off x="711622" y="2224088"/>
                <a:ext cx="2278410" cy="10470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625"/>
                  </a:lnSpc>
                </a:pP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Diferente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partículas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clássicas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,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objetos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quânticos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exibem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comportamento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dual de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onda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partícula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. As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funções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onda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representam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amplitudes de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probabilidade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.</a:t>
                </a:r>
                <a:endParaRPr lang="en-US" sz="1000" dirty="0"/>
              </a:p>
            </p:txBody>
          </p:sp>
        </mc:Choice>
        <mc:Fallback xmlns="">
          <p:sp>
            <p:nvSpPr>
              <p:cNvPr id="6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22" y="2224088"/>
                <a:ext cx="2278410" cy="1047006"/>
              </a:xfrm>
              <a:prstGeom prst="rect">
                <a:avLst/>
              </a:prstGeom>
              <a:blipFill>
                <a:blip r:embed="rId4"/>
                <a:stretch>
                  <a:fillRect l="-3485" t="-581" r="-2681" b="-2907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4"/>
          <p:cNvSpPr/>
          <p:nvPr/>
        </p:nvSpPr>
        <p:spPr>
          <a:xfrm>
            <a:off x="3266108" y="1807890"/>
            <a:ext cx="2611711" cy="1608386"/>
          </a:xfrm>
          <a:prstGeom prst="roundRect">
            <a:avLst>
              <a:gd name="adj" fmla="val 4264"/>
            </a:avLst>
          </a:prstGeom>
          <a:noFill/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pt-BR" sz="703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820" y="1807890"/>
            <a:ext cx="57150" cy="16083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4152" y="1953072"/>
            <a:ext cx="202516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188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Densidade</a:t>
            </a:r>
            <a:r>
              <a:rPr lang="en-US" sz="1188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</a:t>
            </a:r>
            <a:r>
              <a:rPr lang="en-US" sz="1188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Probabilidade</a:t>
            </a:r>
            <a:endParaRPr lang="en-US" sz="118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6"/>
              <p:cNvSpPr/>
              <p:nvPr/>
            </p:nvSpPr>
            <p:spPr>
              <a:xfrm>
                <a:off x="3454152" y="2211527"/>
                <a:ext cx="2278484" cy="11921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625"/>
                  </a:lnSpc>
                </a:pP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quadrado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do modulo da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função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onda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pt-BR" sz="1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pt-BR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pt-BR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representa 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densidade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probabilidade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encontrar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partícula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posição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x e no tempo t.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Mesmo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quando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E &lt; V₀, é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não-nulo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através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barreira</a:t>
                </a:r>
                <a:endParaRPr lang="en-US" sz="1000" dirty="0"/>
              </a:p>
            </p:txBody>
          </p:sp>
        </mc:Choice>
        <mc:Fallback xmlns="">
          <p:sp>
            <p:nvSpPr>
              <p:cNvPr id="10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152" y="2211527"/>
                <a:ext cx="2278484" cy="1192188"/>
              </a:xfrm>
              <a:prstGeom prst="rect">
                <a:avLst/>
              </a:prstGeom>
              <a:blipFill>
                <a:blip r:embed="rId5"/>
                <a:stretch>
                  <a:fillRect l="-3485" t="-513" r="-3485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7"/>
          <p:cNvSpPr/>
          <p:nvPr/>
        </p:nvSpPr>
        <p:spPr>
          <a:xfrm>
            <a:off x="6008713" y="1807890"/>
            <a:ext cx="2611711" cy="1608386"/>
          </a:xfrm>
          <a:prstGeom prst="roundRect">
            <a:avLst>
              <a:gd name="adj" fmla="val 4264"/>
            </a:avLst>
          </a:prstGeom>
          <a:noFill/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pt-BR" sz="703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25" y="1807890"/>
            <a:ext cx="57150" cy="160838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96757" y="1953072"/>
            <a:ext cx="189816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188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Continuidade</a:t>
            </a:r>
            <a:r>
              <a:rPr lang="en-US" sz="1188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contornos</a:t>
            </a:r>
            <a:endParaRPr lang="en-US" sz="118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9"/>
              <p:cNvSpPr/>
              <p:nvPr/>
            </p:nvSpPr>
            <p:spPr>
              <a:xfrm>
                <a:off x="6196757" y="2224088"/>
                <a:ext cx="2278484" cy="10470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625"/>
                  </a:lnSpc>
                </a:pP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equação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Schrödinger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requer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que </a:t>
                </a:r>
                <a14:m>
                  <m:oMath xmlns:m="http://schemas.openxmlformats.org/officeDocument/2006/math"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 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sua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derivada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sejam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contínuas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nas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fronteiras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barreira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potencial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degraus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,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matematicamente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isso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significa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que 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partícula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penetra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barreira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.</a:t>
                </a:r>
                <a:endParaRPr lang="en-US" sz="1000" dirty="0"/>
              </a:p>
            </p:txBody>
          </p:sp>
        </mc:Choice>
        <mc:Fallback xmlns="">
          <p:sp>
            <p:nvSpPr>
              <p:cNvPr id="14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757" y="2224088"/>
                <a:ext cx="2278484" cy="1047006"/>
              </a:xfrm>
              <a:prstGeom prst="rect">
                <a:avLst/>
              </a:prstGeom>
              <a:blipFill>
                <a:blip r:embed="rId6"/>
                <a:stretch>
                  <a:fillRect l="-3485" t="-581" b="-2907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0"/>
          <p:cNvSpPr/>
          <p:nvPr/>
        </p:nvSpPr>
        <p:spPr>
          <a:xfrm>
            <a:off x="523579" y="3563541"/>
            <a:ext cx="8096845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Apesar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energia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total E do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pacote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onda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seja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menor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que 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altura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barreira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potencial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V₀, 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mecânica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quântica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prediz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que a amplitude de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probabilidade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seja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diferente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zero do outro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lado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barreira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potencial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degrau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um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fenômeno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que é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proibido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pela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física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clássica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9000"/>
    </mc:Choice>
    <mc:Fallback xmlns="">
      <p:transition spd="slow" advClick="0" advTm="39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508397"/>
            <a:ext cx="4455989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31"/>
              </a:lnSpc>
            </a:pP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Clássico</a:t>
            </a:r>
            <a:r>
              <a:rPr lang="en-US" sz="2406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vs </a:t>
            </a: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Quântico</a:t>
            </a:r>
            <a:endParaRPr lang="en-US" sz="2406" dirty="0"/>
          </a:p>
        </p:txBody>
      </p:sp>
      <p:sp>
        <p:nvSpPr>
          <p:cNvPr id="4" name="Text 1"/>
          <p:cNvSpPr/>
          <p:nvPr/>
        </p:nvSpPr>
        <p:spPr>
          <a:xfrm>
            <a:off x="523577" y="1220540"/>
            <a:ext cx="1848148" cy="231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13"/>
              </a:lnSpc>
            </a:pPr>
            <a:r>
              <a:rPr lang="en-US" sz="1438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Mecânica</a:t>
            </a:r>
            <a:r>
              <a:rPr lang="en-US" sz="1438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438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Clássica</a:t>
            </a:r>
            <a:endParaRPr lang="en-US" sz="1438" dirty="0"/>
          </a:p>
        </p:txBody>
      </p:sp>
      <p:sp>
        <p:nvSpPr>
          <p:cNvPr id="5" name="Text 2"/>
          <p:cNvSpPr/>
          <p:nvPr/>
        </p:nvSpPr>
        <p:spPr>
          <a:xfrm>
            <a:off x="523578" y="1582490"/>
            <a:ext cx="2174230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625"/>
              </a:lnSpc>
              <a:buSzPct val="100000"/>
              <a:buChar char="•"/>
            </a:pP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Partículas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são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pontuais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com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posição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 momentum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bem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definidos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23577" y="2215999"/>
            <a:ext cx="2276329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625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partícula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com E &lt; V₀ é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refletida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completamente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pela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barreira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23578" y="2749871"/>
            <a:ext cx="2174230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625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região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proibida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é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absolutamente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impenetrável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23578" y="3280862"/>
            <a:ext cx="2174230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625"/>
              </a:lnSpc>
              <a:buSzPct val="100000"/>
              <a:buChar char="•"/>
            </a:pP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Trajetória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é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determinística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seguem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as leis de Newton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021955" y="1220540"/>
            <a:ext cx="1848148" cy="231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13"/>
              </a:lnSpc>
            </a:pPr>
            <a:r>
              <a:rPr lang="en-US" sz="1438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Mecânica</a:t>
            </a:r>
            <a:r>
              <a:rPr lang="en-US" sz="1438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438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Quântica</a:t>
            </a:r>
            <a:endParaRPr lang="en-US" sz="143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7"/>
              <p:cNvSpPr/>
              <p:nvPr/>
            </p:nvSpPr>
            <p:spPr>
              <a:xfrm>
                <a:off x="3021955" y="1582489"/>
                <a:ext cx="2081673" cy="4188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14313" indent="-214313">
                  <a:lnSpc>
                    <a:spcPts val="1625"/>
                  </a:lnSpc>
                  <a:buSzPct val="100000"/>
                  <a:buChar char="•"/>
                </a:pP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Partículas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exibem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dualidade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onda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partícula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descritas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por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funções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onda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endParaRPr lang="en-US" sz="1000" dirty="0"/>
              </a:p>
            </p:txBody>
          </p:sp>
        </mc:Choice>
        <mc:Fallback xmlns="">
          <p:sp>
            <p:nvSpPr>
              <p:cNvPr id="10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955" y="1582489"/>
                <a:ext cx="2081673" cy="418804"/>
              </a:xfrm>
              <a:prstGeom prst="rect">
                <a:avLst/>
              </a:prstGeom>
              <a:blipFill>
                <a:blip r:embed="rId4"/>
                <a:stretch>
                  <a:fillRect l="-4106" t="-5882" r="-880" b="-63235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8"/>
          <p:cNvSpPr/>
          <p:nvPr/>
        </p:nvSpPr>
        <p:spPr>
          <a:xfrm>
            <a:off x="3021955" y="2230211"/>
            <a:ext cx="2174230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625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Part of the wavefunction penetrates and transmits through the barrier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021954" y="2748790"/>
            <a:ext cx="2301413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625"/>
              </a:lnSpc>
              <a:buSzPct val="100000"/>
              <a:buChar char="•"/>
            </a:pP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Probabilidade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tunelamento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depende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largura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altura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barreira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021955" y="3281581"/>
            <a:ext cx="2174230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625"/>
              </a:lnSpc>
              <a:buSzPct val="100000"/>
              <a:buChar char="•"/>
            </a:pP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Comportamento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é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probabilístico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com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muitas</a:t>
            </a:r>
            <a:r>
              <a:rPr lang="en-US" sz="10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possibilidades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1"/>
              <p:cNvSpPr/>
              <p:nvPr/>
            </p:nvSpPr>
            <p:spPr>
              <a:xfrm>
                <a:off x="523577" y="3797498"/>
                <a:ext cx="4799789" cy="10793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625"/>
                  </a:lnSpc>
                </a:pP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Essa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diferença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que surge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fundamentalmente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partir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continuidade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diferenciabilidade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função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onda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é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requerida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por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causa da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equação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Schrödinger, que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força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a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função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onda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a se prolonger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através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das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regiões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0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nas</a:t>
                </a:r>
                <a:r>
                  <a:rPr lang="en-US" sz="10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quais as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particulas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estão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livres,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penetrando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na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região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classicamente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proibida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dentro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da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barreira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potencial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.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Criando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o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efeito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do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tunelamento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quântico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, que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possui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diversas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aplicações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em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tecnologias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9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modernas</a:t>
                </a:r>
                <a:r>
                  <a:rPr lang="en-US" sz="9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.</a:t>
                </a:r>
                <a:endParaRPr lang="en-US" sz="1000" dirty="0"/>
              </a:p>
            </p:txBody>
          </p:sp>
        </mc:Choice>
        <mc:Fallback xmlns="">
          <p:sp>
            <p:nvSpPr>
              <p:cNvPr id="14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77" y="3797498"/>
                <a:ext cx="4799789" cy="1079302"/>
              </a:xfrm>
              <a:prstGeom prst="rect">
                <a:avLst/>
              </a:prstGeom>
              <a:blipFill>
                <a:blip r:embed="rId5"/>
                <a:stretch>
                  <a:fillRect l="-1652" t="-565" r="-762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0"/>
    </mc:Choice>
    <mc:Fallback xmlns="">
      <p:transition spd="slow" advTm="3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8" y="440606"/>
            <a:ext cx="678299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31"/>
              </a:lnSpc>
            </a:pP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Aplicações</a:t>
            </a:r>
            <a:r>
              <a:rPr lang="en-US" sz="2406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Reais do </a:t>
            </a: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Tunelamento</a:t>
            </a:r>
            <a:r>
              <a:rPr lang="en-US" sz="2406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406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Quântico</a:t>
            </a:r>
            <a:endParaRPr lang="en-US" sz="240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8" y="1087338"/>
            <a:ext cx="2589833" cy="16005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9" y="2818807"/>
            <a:ext cx="2297013" cy="4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188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Microscopia</a:t>
            </a:r>
            <a:r>
              <a:rPr lang="en-US" sz="1188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</a:t>
            </a:r>
            <a:r>
              <a:rPr lang="en-US" sz="1188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tunelamento</a:t>
            </a:r>
            <a:r>
              <a:rPr lang="en-US" sz="1188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</a:p>
          <a:p>
            <a:pPr>
              <a:lnSpc>
                <a:spcPts val="1500"/>
              </a:lnSpc>
            </a:pPr>
            <a:r>
              <a:rPr lang="en-US" sz="1188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 </a:t>
            </a:r>
            <a:r>
              <a:rPr lang="en-US" sz="1188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varredura</a:t>
            </a:r>
            <a:r>
              <a:rPr lang="en-US" sz="1188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(STM)</a:t>
            </a:r>
            <a:endParaRPr lang="en-US" sz="1188" dirty="0"/>
          </a:p>
        </p:txBody>
      </p:sp>
      <p:sp>
        <p:nvSpPr>
          <p:cNvPr id="5" name="Text 2"/>
          <p:cNvSpPr/>
          <p:nvPr/>
        </p:nvSpPr>
        <p:spPr>
          <a:xfrm>
            <a:off x="523578" y="3236453"/>
            <a:ext cx="2589833" cy="1264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pt-BR" sz="9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 STM (Microscópio de Varredura por Tunelamento) utiliza o tunelamento quântico de elétrons entre uma ponta metálica extremamente afiada e a superfície de uma amostra para obter imagens de átomos individuais com resolução sem precedentes, revolucionando a ciência de superfícies.</a:t>
            </a:r>
            <a:endParaRPr lang="en-US" sz="9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047" y="1087338"/>
            <a:ext cx="2589833" cy="16005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7046" y="2818807"/>
            <a:ext cx="154007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188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Diodos</a:t>
            </a:r>
            <a:r>
              <a:rPr lang="en-US" sz="1188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</a:t>
            </a:r>
            <a:r>
              <a:rPr lang="en-US" sz="1188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túnel</a:t>
            </a:r>
            <a:endParaRPr lang="en-US" sz="1188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0517" y="1087338"/>
            <a:ext cx="2589907" cy="16006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30516" y="2818881"/>
            <a:ext cx="154007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188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Computação</a:t>
            </a:r>
            <a:r>
              <a:rPr lang="en-US" sz="1188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188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Quântica</a:t>
            </a:r>
            <a:endParaRPr lang="en-US" sz="1188" dirty="0"/>
          </a:p>
        </p:txBody>
      </p:sp>
      <p:sp>
        <p:nvSpPr>
          <p:cNvPr id="11" name="Text 6"/>
          <p:cNvSpPr/>
          <p:nvPr/>
        </p:nvSpPr>
        <p:spPr>
          <a:xfrm>
            <a:off x="6030517" y="3236528"/>
            <a:ext cx="2589907" cy="1121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pt-BR" sz="9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 tunelamento permite que os </a:t>
            </a:r>
            <a:r>
              <a:rPr lang="pt-BR" sz="9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qubits</a:t>
            </a:r>
            <a:r>
              <a:rPr lang="pt-BR" sz="9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atravessem barreiras de energia, viabilizando o quantum </a:t>
            </a:r>
            <a:r>
              <a:rPr lang="pt-BR" sz="9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annealing</a:t>
            </a:r>
            <a:r>
              <a:rPr lang="pt-BR" sz="9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e outros processos computacionais quânticos que computadores clássicos são incapazes de realizar.</a:t>
            </a:r>
            <a:endParaRPr lang="en-US" sz="9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23579" y="4585770"/>
            <a:ext cx="8287268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pt-BR" sz="9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 </a:t>
            </a:r>
            <a:r>
              <a:rPr lang="pt-BR" sz="9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tunelamento quântico</a:t>
            </a:r>
            <a:r>
              <a:rPr lang="pt-BR" sz="9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também desempenha um papel crucial nas </a:t>
            </a:r>
            <a:r>
              <a:rPr lang="pt-BR" sz="9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reações de fusão nuclear em estrelas</a:t>
            </a:r>
            <a:r>
              <a:rPr lang="pt-BR" sz="9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no </a:t>
            </a:r>
            <a:r>
              <a:rPr lang="pt-BR" sz="9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decaimento alfa</a:t>
            </a:r>
            <a:r>
              <a:rPr lang="pt-BR" sz="9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de materiais radioativos e em </a:t>
            </a:r>
            <a:r>
              <a:rPr lang="pt-BR" sz="9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tecnologias emergentes</a:t>
            </a:r>
            <a:r>
              <a:rPr lang="pt-BR" sz="9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como os </a:t>
            </a:r>
            <a:r>
              <a:rPr lang="pt-BR" sz="9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transistores de efeito de campo por tunelamento</a:t>
            </a:r>
            <a:r>
              <a:rPr lang="pt-BR" sz="9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(</a:t>
            </a:r>
            <a:r>
              <a:rPr lang="pt-BR" sz="900" i="1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tunnel</a:t>
            </a:r>
            <a:r>
              <a:rPr lang="pt-BR" sz="900" i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pt-BR" sz="900" i="1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FETs</a:t>
            </a:r>
            <a:r>
              <a:rPr lang="pt-BR" sz="9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), que prometem um </a:t>
            </a:r>
            <a:r>
              <a:rPr lang="pt-BR" sz="9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consumo ultrabaixo de energia</a:t>
            </a:r>
            <a:r>
              <a:rPr lang="pt-BR" sz="9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para a eletrônica do futuro.</a:t>
            </a:r>
            <a:endParaRPr lang="en-US" sz="9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C8481D0E-DE2A-41A1-1C73-6C36A19F1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7047" y="3224482"/>
            <a:ext cx="2589834" cy="107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pt-BR" altLang="pt-BR" sz="9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Esses dispositivos eletrônicos exploram o tunelamento quântico para alcançar velocidades de comutação extremamente altas e resistência diferencial negativa, possibilitando aplicações em altas frequências.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0"/>
    </mc:Choice>
    <mc:Fallback xmlns="">
      <p:transition spd="slow" advTm="40000"/>
    </mc:Fallback>
  </mc:AlternateContent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455</TotalTime>
  <Words>1300</Words>
  <Application>Microsoft Office PowerPoint</Application>
  <PresentationFormat>Apresentação na tela (16:9)</PresentationFormat>
  <Paragraphs>88</Paragraphs>
  <Slides>8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Cambria Math</vt:lpstr>
      <vt:lpstr>Source Sans Pro</vt:lpstr>
      <vt:lpstr>Calibri Light</vt:lpstr>
      <vt:lpstr>Arial</vt:lpstr>
      <vt:lpstr>Lora</vt:lpstr>
      <vt:lpstr>Calibri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1</cp:revision>
  <dcterms:created xsi:type="dcterms:W3CDTF">2025-07-15T20:33:43Z</dcterms:created>
  <dcterms:modified xsi:type="dcterms:W3CDTF">2025-07-20T15:42:45Z</dcterms:modified>
</cp:coreProperties>
</file>